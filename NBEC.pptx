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6"/>
  </p:notesMasterIdLst>
  <p:sldIdLst>
    <p:sldId id="256" r:id="rId2"/>
    <p:sldId id="258" r:id="rId3"/>
    <p:sldId id="260" r:id="rId4"/>
    <p:sldId id="262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Bebas Neue" panose="020B0606020202050201" pitchFamily="34" charset="0"/>
      <p:regular r:id="rId19"/>
    </p:embeddedFont>
    <p:embeddedFont>
      <p:font typeface="Cambria Math" panose="02040503050406030204" pitchFamily="18" charset="0"/>
      <p:regular r:id="rId20"/>
    </p:embeddedFont>
    <p:embeddedFont>
      <p:font typeface="DM Sans Medium" pitchFamily="2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E1D1F0-7FE9-4EF7-94AE-1EE51EF2FDA5}">
  <a:tblStyle styleId="{57E1D1F0-7FE9-4EF7-94AE-1EE51EF2FD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881DF6-A152-4259-A4AC-38BBA6B6B5F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Class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c:spPr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Spam</c:v>
                </c:pt>
                <c:pt idx="1">
                  <c:v>Ham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43910</c:v>
                </c:pt>
                <c:pt idx="1">
                  <c:v>39538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1D-4145-9580-129554F228D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>
      <cs:styleClr val="0"/>
    </cs:lnRef>
    <cs:fillRef idx="0"/>
    <cs:effectRef idx="0"/>
    <cs:fontRef idx="minor">
      <cs:styleClr val="0"/>
    </cs:fontRef>
    <cs:defRPr sz="1197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6" name="Google Shape;80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21" name="Google Shape;82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6" name="Google Shape;85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25A746C8-FAD7-A060-FB51-85FE9066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54dda1946d_6_308:notes">
            <a:extLst>
              <a:ext uri="{FF2B5EF4-FFF2-40B4-BE49-F238E27FC236}">
                <a16:creationId xmlns:a16="http://schemas.microsoft.com/office/drawing/2014/main" id="{A79B478A-C690-A643-5710-AF94AA3F3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6" name="Google Shape;856;g54dda1946d_6_308:notes">
            <a:extLst>
              <a:ext uri="{FF2B5EF4-FFF2-40B4-BE49-F238E27FC236}">
                <a16:creationId xmlns:a16="http://schemas.microsoft.com/office/drawing/2014/main" id="{F888F3BB-3DC5-1A4D-3FA9-3FE427EF7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299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C07A2213-223B-30D9-162D-C91C965CC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>
            <a:extLst>
              <a:ext uri="{FF2B5EF4-FFF2-40B4-BE49-F238E27FC236}">
                <a16:creationId xmlns:a16="http://schemas.microsoft.com/office/drawing/2014/main" id="{146D0A67-29A8-2F49-B8C4-B021AFD2E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>
            <a:extLst>
              <a:ext uri="{FF2B5EF4-FFF2-40B4-BE49-F238E27FC236}">
                <a16:creationId xmlns:a16="http://schemas.microsoft.com/office/drawing/2014/main" id="{C6A7A775-FF32-52A9-8FE4-413F6427C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516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F2F187FB-1795-8FBA-40A6-4CA95FBA1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>
            <a:extLst>
              <a:ext uri="{FF2B5EF4-FFF2-40B4-BE49-F238E27FC236}">
                <a16:creationId xmlns:a16="http://schemas.microsoft.com/office/drawing/2014/main" id="{DA839358-A0A8-6C2D-853C-BE0BC9DC0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>
            <a:extLst>
              <a:ext uri="{FF2B5EF4-FFF2-40B4-BE49-F238E27FC236}">
                <a16:creationId xmlns:a16="http://schemas.microsoft.com/office/drawing/2014/main" id="{6402F2EA-D135-1713-3882-2D9A46C99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315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C56E66E1-5FBA-C4C5-04D7-B0F00F9F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54dda1946d_6_308:notes">
            <a:extLst>
              <a:ext uri="{FF2B5EF4-FFF2-40B4-BE49-F238E27FC236}">
                <a16:creationId xmlns:a16="http://schemas.microsoft.com/office/drawing/2014/main" id="{49D2A1E9-D43E-ACCE-4326-61636302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6" name="Google Shape;856;g54dda1946d_6_308:notes">
            <a:extLst>
              <a:ext uri="{FF2B5EF4-FFF2-40B4-BE49-F238E27FC236}">
                <a16:creationId xmlns:a16="http://schemas.microsoft.com/office/drawing/2014/main" id="{93C1BA09-3CC9-7D1E-C032-7524FA9AB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783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70785809-0B5D-57FC-670A-3998F8234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>
            <a:extLst>
              <a:ext uri="{FF2B5EF4-FFF2-40B4-BE49-F238E27FC236}">
                <a16:creationId xmlns:a16="http://schemas.microsoft.com/office/drawing/2014/main" id="{F0161A62-6779-E241-A9D3-AF09F5077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>
            <a:extLst>
              <a:ext uri="{FF2B5EF4-FFF2-40B4-BE49-F238E27FC236}">
                <a16:creationId xmlns:a16="http://schemas.microsoft.com/office/drawing/2014/main" id="{B250A907-91A3-1C0F-E141-00113AC07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494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ED1B1F22-FCD1-4CBF-CC49-7EFEFFA4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54dda1946d_6_308:notes">
            <a:extLst>
              <a:ext uri="{FF2B5EF4-FFF2-40B4-BE49-F238E27FC236}">
                <a16:creationId xmlns:a16="http://schemas.microsoft.com/office/drawing/2014/main" id="{FD51D8BE-40C7-3CB5-6438-66D1BEF82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6" name="Google Shape;856;g54dda1946d_6_308:notes">
            <a:extLst>
              <a:ext uri="{FF2B5EF4-FFF2-40B4-BE49-F238E27FC236}">
                <a16:creationId xmlns:a16="http://schemas.microsoft.com/office/drawing/2014/main" id="{3FF8C20A-54BC-829A-6832-2C255879D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407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1209468F-99F2-A60E-93F3-CF2A0B96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>
            <a:extLst>
              <a:ext uri="{FF2B5EF4-FFF2-40B4-BE49-F238E27FC236}">
                <a16:creationId xmlns:a16="http://schemas.microsoft.com/office/drawing/2014/main" id="{63555D47-5D1C-3C99-05BA-8CEDF14B8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>
            <a:extLst>
              <a:ext uri="{FF2B5EF4-FFF2-40B4-BE49-F238E27FC236}">
                <a16:creationId xmlns:a16="http://schemas.microsoft.com/office/drawing/2014/main" id="{0EA39C4A-0C64-2B44-4D73-48EE7BE87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40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3B795DE2-C50B-1A4C-3B78-52A2E93F6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>
            <a:extLst>
              <a:ext uri="{FF2B5EF4-FFF2-40B4-BE49-F238E27FC236}">
                <a16:creationId xmlns:a16="http://schemas.microsoft.com/office/drawing/2014/main" id="{B7DC8996-FE3F-A3F5-9AAD-F815F931F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>
            <a:extLst>
              <a:ext uri="{FF2B5EF4-FFF2-40B4-BE49-F238E27FC236}">
                <a16:creationId xmlns:a16="http://schemas.microsoft.com/office/drawing/2014/main" id="{5C8BF455-F5E1-F1AE-1955-CE3EE8C2D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913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4AB9BD1F-C0F7-E7D4-4B1F-AA6CF48F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54dda1946d_6_308:notes">
            <a:extLst>
              <a:ext uri="{FF2B5EF4-FFF2-40B4-BE49-F238E27FC236}">
                <a16:creationId xmlns:a16="http://schemas.microsoft.com/office/drawing/2014/main" id="{9BBD0661-F813-7A6D-F5FD-5C3A46710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6" name="Google Shape;856;g54dda1946d_6_308:notes">
            <a:extLst>
              <a:ext uri="{FF2B5EF4-FFF2-40B4-BE49-F238E27FC236}">
                <a16:creationId xmlns:a16="http://schemas.microsoft.com/office/drawing/2014/main" id="{7FF183D5-8046-E6DC-4DB6-8E9AE74C3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366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DCD65D18-11ED-1843-CAD8-229259F7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072739ea5_12_0:notes">
            <a:extLst>
              <a:ext uri="{FF2B5EF4-FFF2-40B4-BE49-F238E27FC236}">
                <a16:creationId xmlns:a16="http://schemas.microsoft.com/office/drawing/2014/main" id="{37A785D4-E7E5-AE3B-A30F-DCE499D3B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93" name="Google Shape;893;g14072739ea5_12_0:notes">
            <a:extLst>
              <a:ext uri="{FF2B5EF4-FFF2-40B4-BE49-F238E27FC236}">
                <a16:creationId xmlns:a16="http://schemas.microsoft.com/office/drawing/2014/main" id="{D16CE58F-B513-4D88-9987-8FC6B8562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058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8342075" y="46275"/>
            <a:ext cx="731400" cy="768000"/>
          </a:xfrm>
          <a:prstGeom prst="star10">
            <a:avLst>
              <a:gd name="adj" fmla="val 17041"/>
              <a:gd name="hf" fmla="val 1051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25239" r="24663"/>
          <a:stretch/>
        </p:blipFill>
        <p:spPr>
          <a:xfrm flipH="1">
            <a:off x="-359322" y="-484124"/>
            <a:ext cx="1732547" cy="182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l="15575" r="17320"/>
          <a:stretch/>
        </p:blipFill>
        <p:spPr>
          <a:xfrm rot="7309233">
            <a:off x="7872925" y="3692173"/>
            <a:ext cx="2324749" cy="18287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242025" y="185025"/>
            <a:ext cx="8602850" cy="2913875"/>
            <a:chOff x="242025" y="185025"/>
            <a:chExt cx="8602850" cy="2913875"/>
          </a:xfrm>
        </p:grpSpPr>
        <p:sp>
          <p:nvSpPr>
            <p:cNvPr id="13" name="Google Shape;13;p2"/>
            <p:cNvSpPr/>
            <p:nvPr/>
          </p:nvSpPr>
          <p:spPr>
            <a:xfrm>
              <a:off x="242025" y="1748275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123950" y="185025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570675" y="2824700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2450604" y="305678"/>
            <a:ext cx="2258545" cy="4575229"/>
            <a:chOff x="2450604" y="305678"/>
            <a:chExt cx="2258545" cy="457522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2450604" y="305678"/>
              <a:ext cx="274297" cy="32917"/>
              <a:chOff x="3442775" y="4506975"/>
              <a:chExt cx="812250" cy="969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44277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621613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800450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979288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15812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4434852" y="4847990"/>
              <a:ext cx="274297" cy="32917"/>
              <a:chOff x="3442775" y="4506975"/>
              <a:chExt cx="812250" cy="969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344277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621613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800450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979288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15812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pic>
        <p:nvPicPr>
          <p:cNvPr id="29" name="Google Shape;29;p2"/>
          <p:cNvPicPr preferRelativeResize="0"/>
          <p:nvPr/>
        </p:nvPicPr>
        <p:blipFill rotWithShape="1">
          <a:blip r:embed="rId4">
            <a:alphaModFix/>
          </a:blip>
          <a:srcRect l="57098" t="16030" r="3510" b="43399"/>
          <a:stretch/>
        </p:blipFill>
        <p:spPr>
          <a:xfrm>
            <a:off x="27425" y="4233388"/>
            <a:ext cx="1371602" cy="13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2"/>
          <p:cNvGrpSpPr/>
          <p:nvPr/>
        </p:nvGrpSpPr>
        <p:grpSpPr>
          <a:xfrm>
            <a:off x="-548545" y="1564075"/>
            <a:ext cx="10103995" cy="2445256"/>
            <a:chOff x="-548545" y="1564075"/>
            <a:chExt cx="10103995" cy="2445256"/>
          </a:xfrm>
        </p:grpSpPr>
        <p:grpSp>
          <p:nvGrpSpPr>
            <p:cNvPr id="31" name="Google Shape;31;p2"/>
            <p:cNvGrpSpPr/>
            <p:nvPr/>
          </p:nvGrpSpPr>
          <p:grpSpPr>
            <a:xfrm>
              <a:off x="-548545" y="2912241"/>
              <a:ext cx="1097090" cy="1097090"/>
              <a:chOff x="-423175" y="2918850"/>
              <a:chExt cx="822900" cy="822900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0" name="Google Shape;40;p2"/>
            <p:cNvGrpSpPr/>
            <p:nvPr/>
          </p:nvGrpSpPr>
          <p:grpSpPr>
            <a:xfrm>
              <a:off x="8732550" y="1564075"/>
              <a:ext cx="822900" cy="822900"/>
              <a:chOff x="8735900" y="445925"/>
              <a:chExt cx="822900" cy="822900"/>
            </a:xfrm>
          </p:grpSpPr>
          <p:sp>
            <p:nvSpPr>
              <p:cNvPr id="41" name="Google Shape;41;p2"/>
              <p:cNvSpPr/>
              <p:nvPr/>
            </p:nvSpPr>
            <p:spPr>
              <a:xfrm>
                <a:off x="8735900" y="445925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778350" y="488375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8818100" y="528125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8859350" y="569375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8900450" y="610475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8941550" y="651575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8987300" y="697325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9033050" y="743075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11150" y="1203175"/>
            <a:ext cx="7321800" cy="20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527000" y="3483125"/>
            <a:ext cx="6090000" cy="45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1291500" y="2335953"/>
            <a:ext cx="38052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title" idx="2" hasCustomPrompt="1"/>
          </p:nvPr>
        </p:nvSpPr>
        <p:spPr>
          <a:xfrm>
            <a:off x="1371600" y="1162347"/>
            <a:ext cx="1097400" cy="1097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54" name="Google Shape;54;p3"/>
          <p:cNvPicPr preferRelativeResize="0"/>
          <p:nvPr/>
        </p:nvPicPr>
        <p:blipFill rotWithShape="1">
          <a:blip r:embed="rId2">
            <a:alphaModFix amt="77000"/>
          </a:blip>
          <a:srcRect l="51169" t="56240" r="6542"/>
          <a:stretch/>
        </p:blipFill>
        <p:spPr>
          <a:xfrm flipH="1">
            <a:off x="-855775" y="3742338"/>
            <a:ext cx="2227374" cy="2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/>
          <p:cNvPicPr preferRelativeResize="0"/>
          <p:nvPr/>
        </p:nvPicPr>
        <p:blipFill rotWithShape="1">
          <a:blip r:embed="rId2">
            <a:alphaModFix amt="77000"/>
          </a:blip>
          <a:srcRect l="55132" t="4844" r="2580" b="82336"/>
          <a:stretch/>
        </p:blipFill>
        <p:spPr>
          <a:xfrm rot="10800000" flipH="1">
            <a:off x="7903238" y="82300"/>
            <a:ext cx="1547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 flipH="1">
            <a:off x="120816" y="3468143"/>
            <a:ext cx="274200" cy="27420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" name="Google Shape;57;p3"/>
          <p:cNvGrpSpPr/>
          <p:nvPr/>
        </p:nvGrpSpPr>
        <p:grpSpPr>
          <a:xfrm>
            <a:off x="1407803" y="598116"/>
            <a:ext cx="7665697" cy="4300117"/>
            <a:chOff x="1407803" y="598116"/>
            <a:chExt cx="7665697" cy="4300117"/>
          </a:xfrm>
        </p:grpSpPr>
        <p:grpSp>
          <p:nvGrpSpPr>
            <p:cNvPr id="58" name="Google Shape;58;p3"/>
            <p:cNvGrpSpPr/>
            <p:nvPr/>
          </p:nvGrpSpPr>
          <p:grpSpPr>
            <a:xfrm flipH="1">
              <a:off x="8799203" y="598116"/>
              <a:ext cx="274297" cy="32917"/>
              <a:chOff x="3442775" y="4506975"/>
              <a:chExt cx="812250" cy="96900"/>
            </a:xfrm>
          </p:grpSpPr>
          <p:sp>
            <p:nvSpPr>
              <p:cNvPr id="59" name="Google Shape;59;p3"/>
              <p:cNvSpPr/>
              <p:nvPr/>
            </p:nvSpPr>
            <p:spPr>
              <a:xfrm>
                <a:off x="344277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3621613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3800450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3979288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415812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 flipH="1">
              <a:off x="1407803" y="4865316"/>
              <a:ext cx="274297" cy="32917"/>
              <a:chOff x="3442775" y="4506975"/>
              <a:chExt cx="812250" cy="969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344277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3621613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3800450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3979288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4158125" y="4506975"/>
                <a:ext cx="96900" cy="96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3"/>
          <p:cNvPicPr preferRelativeResize="0"/>
          <p:nvPr/>
        </p:nvPicPr>
        <p:blipFill rotWithShape="1">
          <a:blip r:embed="rId2">
            <a:alphaModFix/>
          </a:blip>
          <a:srcRect l="12358" t="17955" r="14904" b="23638"/>
          <a:stretch/>
        </p:blipFill>
        <p:spPr>
          <a:xfrm rot="-5399993" flipH="1">
            <a:off x="-1582656" y="3430361"/>
            <a:ext cx="2670664" cy="2097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3"/>
          <p:cNvPicPr preferRelativeResize="0"/>
          <p:nvPr/>
        </p:nvPicPr>
        <p:blipFill rotWithShape="1">
          <a:blip r:embed="rId3">
            <a:alphaModFix amt="72000"/>
          </a:blip>
          <a:srcRect l="51066" t="57732" r="5518" b="-1766"/>
          <a:stretch/>
        </p:blipFill>
        <p:spPr>
          <a:xfrm rot="10800000" flipH="1">
            <a:off x="7840850" y="-838275"/>
            <a:ext cx="2041452" cy="201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13"/>
          <p:cNvGrpSpPr/>
          <p:nvPr/>
        </p:nvGrpSpPr>
        <p:grpSpPr>
          <a:xfrm>
            <a:off x="408305" y="647870"/>
            <a:ext cx="9152958" cy="5053224"/>
            <a:chOff x="408305" y="647870"/>
            <a:chExt cx="9152958" cy="5053224"/>
          </a:xfrm>
        </p:grpSpPr>
        <p:grpSp>
          <p:nvGrpSpPr>
            <p:cNvPr id="260" name="Google Shape;260;p13"/>
            <p:cNvGrpSpPr/>
            <p:nvPr/>
          </p:nvGrpSpPr>
          <p:grpSpPr>
            <a:xfrm>
              <a:off x="408305" y="4604003"/>
              <a:ext cx="1097090" cy="1097090"/>
              <a:chOff x="-423175" y="2918850"/>
              <a:chExt cx="822900" cy="822900"/>
            </a:xfrm>
          </p:grpSpPr>
          <p:sp>
            <p:nvSpPr>
              <p:cNvPr id="261" name="Google Shape;261;p13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69" name="Google Shape;269;p13"/>
            <p:cNvGrpSpPr/>
            <p:nvPr/>
          </p:nvGrpSpPr>
          <p:grpSpPr>
            <a:xfrm>
              <a:off x="8738281" y="647870"/>
              <a:ext cx="822982" cy="822982"/>
              <a:chOff x="-423175" y="2918850"/>
              <a:chExt cx="822900" cy="822900"/>
            </a:xfrm>
          </p:grpSpPr>
          <p:sp>
            <p:nvSpPr>
              <p:cNvPr id="270" name="Google Shape;270;p13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78" name="Google Shape;278;p13"/>
          <p:cNvGrpSpPr/>
          <p:nvPr/>
        </p:nvGrpSpPr>
        <p:grpSpPr>
          <a:xfrm>
            <a:off x="287179" y="1699438"/>
            <a:ext cx="8543471" cy="1367400"/>
            <a:chOff x="287179" y="1699438"/>
            <a:chExt cx="8543471" cy="1367400"/>
          </a:xfrm>
        </p:grpSpPr>
        <p:sp>
          <p:nvSpPr>
            <p:cNvPr id="279" name="Google Shape;279;p13"/>
            <p:cNvSpPr/>
            <p:nvPr/>
          </p:nvSpPr>
          <p:spPr>
            <a:xfrm>
              <a:off x="8556450" y="169943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 flipH="1">
              <a:off x="287179" y="279263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title" idx="2" hasCustomPrompt="1"/>
          </p:nvPr>
        </p:nvSpPr>
        <p:spPr>
          <a:xfrm>
            <a:off x="1827210" y="1443770"/>
            <a:ext cx="734700" cy="731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3" name="Google Shape;283;p13"/>
          <p:cNvSpPr txBox="1">
            <a:spLocks noGrp="1"/>
          </p:cNvSpPr>
          <p:nvPr>
            <p:ph type="title" idx="3" hasCustomPrompt="1"/>
          </p:nvPr>
        </p:nvSpPr>
        <p:spPr>
          <a:xfrm>
            <a:off x="1827210" y="2964241"/>
            <a:ext cx="734700" cy="731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4" name="Google Shape;284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443770"/>
            <a:ext cx="734700" cy="731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5" name="Google Shape;285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2964241"/>
            <a:ext cx="734700" cy="731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6" name="Google Shape;286;p13"/>
          <p:cNvSpPr txBox="1">
            <a:spLocks noGrp="1"/>
          </p:cNvSpPr>
          <p:nvPr>
            <p:ph type="title" idx="6" hasCustomPrompt="1"/>
          </p:nvPr>
        </p:nvSpPr>
        <p:spPr>
          <a:xfrm>
            <a:off x="6582090" y="1443770"/>
            <a:ext cx="734700" cy="731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7" name="Google Shape;287;p13"/>
          <p:cNvSpPr txBox="1">
            <a:spLocks noGrp="1"/>
          </p:cNvSpPr>
          <p:nvPr>
            <p:ph type="title" idx="7" hasCustomPrompt="1"/>
          </p:nvPr>
        </p:nvSpPr>
        <p:spPr>
          <a:xfrm>
            <a:off x="6582090" y="2964241"/>
            <a:ext cx="734700" cy="731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8" name="Google Shape;288;p13"/>
          <p:cNvSpPr txBox="1">
            <a:spLocks noGrp="1"/>
          </p:cNvSpPr>
          <p:nvPr>
            <p:ph type="subTitle" idx="1"/>
          </p:nvPr>
        </p:nvSpPr>
        <p:spPr>
          <a:xfrm>
            <a:off x="1212510" y="2243039"/>
            <a:ext cx="196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9" name="Google Shape;289;p13"/>
          <p:cNvSpPr txBox="1">
            <a:spLocks noGrp="1"/>
          </p:cNvSpPr>
          <p:nvPr>
            <p:ph type="subTitle" idx="8"/>
          </p:nvPr>
        </p:nvSpPr>
        <p:spPr>
          <a:xfrm>
            <a:off x="3589050" y="2243032"/>
            <a:ext cx="1965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0" name="Google Shape;290;p13"/>
          <p:cNvSpPr txBox="1">
            <a:spLocks noGrp="1"/>
          </p:cNvSpPr>
          <p:nvPr>
            <p:ph type="subTitle" idx="9"/>
          </p:nvPr>
        </p:nvSpPr>
        <p:spPr>
          <a:xfrm>
            <a:off x="5966490" y="2243032"/>
            <a:ext cx="1965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1" name="Google Shape;291;p13"/>
          <p:cNvSpPr txBox="1">
            <a:spLocks noGrp="1"/>
          </p:cNvSpPr>
          <p:nvPr>
            <p:ph type="subTitle" idx="13"/>
          </p:nvPr>
        </p:nvSpPr>
        <p:spPr>
          <a:xfrm>
            <a:off x="1212510" y="3763566"/>
            <a:ext cx="196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14"/>
          </p:nvPr>
        </p:nvSpPr>
        <p:spPr>
          <a:xfrm>
            <a:off x="3589050" y="3763571"/>
            <a:ext cx="1965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5"/>
          </p:nvPr>
        </p:nvSpPr>
        <p:spPr>
          <a:xfrm>
            <a:off x="5966490" y="3763571"/>
            <a:ext cx="19659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23"/>
          <p:cNvSpPr txBox="1">
            <a:spLocks noGrp="1"/>
          </p:cNvSpPr>
          <p:nvPr>
            <p:ph type="subTitle" idx="1"/>
          </p:nvPr>
        </p:nvSpPr>
        <p:spPr>
          <a:xfrm>
            <a:off x="4795903" y="1675080"/>
            <a:ext cx="30408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23"/>
          <p:cNvSpPr txBox="1">
            <a:spLocks noGrp="1"/>
          </p:cNvSpPr>
          <p:nvPr>
            <p:ph type="subTitle" idx="2"/>
          </p:nvPr>
        </p:nvSpPr>
        <p:spPr>
          <a:xfrm>
            <a:off x="1307297" y="1675080"/>
            <a:ext cx="3040800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8623600" y="3244650"/>
            <a:ext cx="274200" cy="27420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47" name="Google Shape;547;p23"/>
          <p:cNvGrpSpPr/>
          <p:nvPr/>
        </p:nvGrpSpPr>
        <p:grpSpPr>
          <a:xfrm>
            <a:off x="1340754" y="4840941"/>
            <a:ext cx="274297" cy="32917"/>
            <a:chOff x="3442775" y="4506975"/>
            <a:chExt cx="812250" cy="96900"/>
          </a:xfrm>
        </p:grpSpPr>
        <p:sp>
          <p:nvSpPr>
            <p:cNvPr id="548" name="Google Shape;548;p23"/>
            <p:cNvSpPr/>
            <p:nvPr/>
          </p:nvSpPr>
          <p:spPr>
            <a:xfrm>
              <a:off x="3442775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3621613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3800450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3979288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4158125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3" name="Google Shape;553;p23"/>
          <p:cNvGrpSpPr/>
          <p:nvPr/>
        </p:nvGrpSpPr>
        <p:grpSpPr>
          <a:xfrm>
            <a:off x="-604720" y="3379028"/>
            <a:ext cx="8800108" cy="2047949"/>
            <a:chOff x="-604720" y="3379028"/>
            <a:chExt cx="8800108" cy="2047949"/>
          </a:xfrm>
        </p:grpSpPr>
        <p:grpSp>
          <p:nvGrpSpPr>
            <p:cNvPr id="554" name="Google Shape;554;p23"/>
            <p:cNvGrpSpPr/>
            <p:nvPr/>
          </p:nvGrpSpPr>
          <p:grpSpPr>
            <a:xfrm>
              <a:off x="7372406" y="4603995"/>
              <a:ext cx="822982" cy="822982"/>
              <a:chOff x="-423175" y="2918850"/>
              <a:chExt cx="822900" cy="822900"/>
            </a:xfrm>
          </p:grpSpPr>
          <p:sp>
            <p:nvSpPr>
              <p:cNvPr id="555" name="Google Shape;555;p23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63" name="Google Shape;563;p23"/>
            <p:cNvGrpSpPr/>
            <p:nvPr/>
          </p:nvGrpSpPr>
          <p:grpSpPr>
            <a:xfrm>
              <a:off x="-604720" y="3379028"/>
              <a:ext cx="1097090" cy="1097090"/>
              <a:chOff x="-423175" y="2918850"/>
              <a:chExt cx="822900" cy="822900"/>
            </a:xfrm>
          </p:grpSpPr>
          <p:sp>
            <p:nvSpPr>
              <p:cNvPr id="564" name="Google Shape;564;p23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5" name="Google Shape;565;p23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572" name="Google Shape;572;p23"/>
          <p:cNvPicPr preferRelativeResize="0"/>
          <p:nvPr/>
        </p:nvPicPr>
        <p:blipFill rotWithShape="1">
          <a:blip r:embed="rId2">
            <a:alphaModFix/>
          </a:blip>
          <a:srcRect l="13852" t="18886" r="14190" b="15033"/>
          <a:stretch/>
        </p:blipFill>
        <p:spPr>
          <a:xfrm rot="996112">
            <a:off x="-1123525" y="3797913"/>
            <a:ext cx="2407489" cy="21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3"/>
          <p:cNvPicPr preferRelativeResize="0"/>
          <p:nvPr/>
        </p:nvPicPr>
        <p:blipFill rotWithShape="1">
          <a:blip r:embed="rId3">
            <a:alphaModFix/>
          </a:blip>
          <a:srcRect l="25239" r="24663"/>
          <a:stretch/>
        </p:blipFill>
        <p:spPr>
          <a:xfrm rot="9390379" flipH="1">
            <a:off x="7621808" y="3882397"/>
            <a:ext cx="2045468" cy="2159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29"/>
          <p:cNvPicPr preferRelativeResize="0"/>
          <p:nvPr/>
        </p:nvPicPr>
        <p:blipFill rotWithShape="1">
          <a:blip r:embed="rId2">
            <a:alphaModFix/>
          </a:blip>
          <a:srcRect l="12358" t="17955" r="14904" b="23638"/>
          <a:stretch/>
        </p:blipFill>
        <p:spPr>
          <a:xfrm rot="5400007" flipH="1">
            <a:off x="7979643" y="-458573"/>
            <a:ext cx="2670664" cy="209738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9"/>
          <p:cNvSpPr/>
          <p:nvPr/>
        </p:nvSpPr>
        <p:spPr>
          <a:xfrm rot="10800000" flipH="1">
            <a:off x="8506272" y="2002335"/>
            <a:ext cx="274200" cy="27420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43" name="Google Shape;743;p29"/>
          <p:cNvGrpSpPr/>
          <p:nvPr/>
        </p:nvGrpSpPr>
        <p:grpSpPr>
          <a:xfrm>
            <a:off x="-411491" y="-631921"/>
            <a:ext cx="9070837" cy="4055026"/>
            <a:chOff x="-411491" y="-631921"/>
            <a:chExt cx="9070837" cy="4055026"/>
          </a:xfrm>
        </p:grpSpPr>
        <p:grpSp>
          <p:nvGrpSpPr>
            <p:cNvPr id="744" name="Google Shape;744;p29"/>
            <p:cNvGrpSpPr/>
            <p:nvPr/>
          </p:nvGrpSpPr>
          <p:grpSpPr>
            <a:xfrm rot="10800000">
              <a:off x="7562256" y="-631921"/>
              <a:ext cx="1097090" cy="1097090"/>
              <a:chOff x="-423175" y="2918850"/>
              <a:chExt cx="822900" cy="822900"/>
            </a:xfrm>
          </p:grpSpPr>
          <p:sp>
            <p:nvSpPr>
              <p:cNvPr id="745" name="Google Shape;745;p29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46" name="Google Shape;746;p29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47" name="Google Shape;747;p29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48" name="Google Shape;748;p29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49" name="Google Shape;749;p29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0" name="Google Shape;750;p29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2" name="Google Shape;752;p29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753" name="Google Shape;753;p29"/>
            <p:cNvGrpSpPr/>
            <p:nvPr/>
          </p:nvGrpSpPr>
          <p:grpSpPr>
            <a:xfrm flipH="1">
              <a:off x="-411491" y="2600123"/>
              <a:ext cx="822982" cy="822982"/>
              <a:chOff x="-423175" y="2918850"/>
              <a:chExt cx="822900" cy="822900"/>
            </a:xfrm>
          </p:grpSpPr>
          <p:sp>
            <p:nvSpPr>
              <p:cNvPr id="754" name="Google Shape;754;p29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5" name="Google Shape;755;p29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6" name="Google Shape;756;p29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7" name="Google Shape;757;p29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8" name="Google Shape;758;p29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9" name="Google Shape;759;p29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60" name="Google Shape;760;p29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61" name="Google Shape;761;p29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762" name="Google Shape;762;p29"/>
          <p:cNvGrpSpPr/>
          <p:nvPr/>
        </p:nvGrpSpPr>
        <p:grpSpPr>
          <a:xfrm rot="5400000" flipH="1">
            <a:off x="441737" y="3467594"/>
            <a:ext cx="274297" cy="32917"/>
            <a:chOff x="3442775" y="4506975"/>
            <a:chExt cx="812250" cy="96900"/>
          </a:xfrm>
        </p:grpSpPr>
        <p:sp>
          <p:nvSpPr>
            <p:cNvPr id="763" name="Google Shape;763;p29"/>
            <p:cNvSpPr/>
            <p:nvPr/>
          </p:nvSpPr>
          <p:spPr>
            <a:xfrm>
              <a:off x="3442775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3621613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3800450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3979288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4158125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768" name="Google Shape;768;p29"/>
          <p:cNvPicPr preferRelativeResize="0"/>
          <p:nvPr/>
        </p:nvPicPr>
        <p:blipFill rotWithShape="1">
          <a:blip r:embed="rId3">
            <a:alphaModFix/>
          </a:blip>
          <a:srcRect l="25239" r="24663"/>
          <a:stretch/>
        </p:blipFill>
        <p:spPr>
          <a:xfrm rot="-9390379">
            <a:off x="-585346" y="3837125"/>
            <a:ext cx="2045468" cy="2159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Google Shape;770;p30"/>
          <p:cNvGrpSpPr/>
          <p:nvPr/>
        </p:nvGrpSpPr>
        <p:grpSpPr>
          <a:xfrm rot="-5400000" flipH="1">
            <a:off x="361341" y="1581387"/>
            <a:ext cx="274297" cy="32917"/>
            <a:chOff x="3442775" y="4506975"/>
            <a:chExt cx="812250" cy="96900"/>
          </a:xfrm>
        </p:grpSpPr>
        <p:sp>
          <p:nvSpPr>
            <p:cNvPr id="771" name="Google Shape;771;p30"/>
            <p:cNvSpPr/>
            <p:nvPr/>
          </p:nvSpPr>
          <p:spPr>
            <a:xfrm>
              <a:off x="3442775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3621613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3800450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3979288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4158125" y="4506975"/>
              <a:ext cx="96900" cy="96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776" name="Google Shape;776;p30"/>
          <p:cNvPicPr preferRelativeResize="0"/>
          <p:nvPr/>
        </p:nvPicPr>
        <p:blipFill rotWithShape="1">
          <a:blip r:embed="rId2">
            <a:alphaModFix amt="70000"/>
          </a:blip>
          <a:srcRect l="57129" t="18430" b="44950"/>
          <a:stretch/>
        </p:blipFill>
        <p:spPr>
          <a:xfrm rot="-5130888" flipH="1">
            <a:off x="7822654" y="4062698"/>
            <a:ext cx="2148917" cy="17925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7" name="Google Shape;777;p30"/>
          <p:cNvGrpSpPr/>
          <p:nvPr/>
        </p:nvGrpSpPr>
        <p:grpSpPr>
          <a:xfrm>
            <a:off x="-582226" y="302164"/>
            <a:ext cx="10136774" cy="3921753"/>
            <a:chOff x="-582226" y="302164"/>
            <a:chExt cx="10136774" cy="3921753"/>
          </a:xfrm>
        </p:grpSpPr>
        <p:grpSp>
          <p:nvGrpSpPr>
            <p:cNvPr id="778" name="Google Shape;778;p30"/>
            <p:cNvGrpSpPr/>
            <p:nvPr/>
          </p:nvGrpSpPr>
          <p:grpSpPr>
            <a:xfrm flipH="1">
              <a:off x="-582226" y="302164"/>
              <a:ext cx="1097255" cy="1097255"/>
              <a:chOff x="8735900" y="445925"/>
              <a:chExt cx="822900" cy="822900"/>
            </a:xfrm>
          </p:grpSpPr>
          <p:sp>
            <p:nvSpPr>
              <p:cNvPr id="779" name="Google Shape;779;p30"/>
              <p:cNvSpPr/>
              <p:nvPr/>
            </p:nvSpPr>
            <p:spPr>
              <a:xfrm>
                <a:off x="8735900" y="445925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0" name="Google Shape;780;p30"/>
              <p:cNvSpPr/>
              <p:nvPr/>
            </p:nvSpPr>
            <p:spPr>
              <a:xfrm>
                <a:off x="8778350" y="488375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8818100" y="528125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2" name="Google Shape;782;p30"/>
              <p:cNvSpPr/>
              <p:nvPr/>
            </p:nvSpPr>
            <p:spPr>
              <a:xfrm>
                <a:off x="8859350" y="569375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3" name="Google Shape;783;p30"/>
              <p:cNvSpPr/>
              <p:nvPr/>
            </p:nvSpPr>
            <p:spPr>
              <a:xfrm>
                <a:off x="8900450" y="610475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4" name="Google Shape;784;p30"/>
              <p:cNvSpPr/>
              <p:nvPr/>
            </p:nvSpPr>
            <p:spPr>
              <a:xfrm>
                <a:off x="8941550" y="651575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5" name="Google Shape;785;p30"/>
              <p:cNvSpPr/>
              <p:nvPr/>
            </p:nvSpPr>
            <p:spPr>
              <a:xfrm>
                <a:off x="8987300" y="697325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6" name="Google Shape;786;p30"/>
              <p:cNvSpPr/>
              <p:nvPr/>
            </p:nvSpPr>
            <p:spPr>
              <a:xfrm>
                <a:off x="9033050" y="743075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787" name="Google Shape;787;p30"/>
            <p:cNvGrpSpPr/>
            <p:nvPr/>
          </p:nvGrpSpPr>
          <p:grpSpPr>
            <a:xfrm rot="10800000">
              <a:off x="8731648" y="3401017"/>
              <a:ext cx="822900" cy="822900"/>
              <a:chOff x="8735900" y="445925"/>
              <a:chExt cx="822900" cy="822900"/>
            </a:xfrm>
          </p:grpSpPr>
          <p:sp>
            <p:nvSpPr>
              <p:cNvPr id="788" name="Google Shape;788;p30"/>
              <p:cNvSpPr/>
              <p:nvPr/>
            </p:nvSpPr>
            <p:spPr>
              <a:xfrm>
                <a:off x="8735900" y="445925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9" name="Google Shape;789;p30"/>
              <p:cNvSpPr/>
              <p:nvPr/>
            </p:nvSpPr>
            <p:spPr>
              <a:xfrm>
                <a:off x="8778350" y="488375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0" name="Google Shape;790;p30"/>
              <p:cNvSpPr/>
              <p:nvPr/>
            </p:nvSpPr>
            <p:spPr>
              <a:xfrm>
                <a:off x="8818100" y="528125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>
                <a:off x="8859350" y="569375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2" name="Google Shape;792;p30"/>
              <p:cNvSpPr/>
              <p:nvPr/>
            </p:nvSpPr>
            <p:spPr>
              <a:xfrm>
                <a:off x="8900450" y="610475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3" name="Google Shape;793;p30"/>
              <p:cNvSpPr/>
              <p:nvPr/>
            </p:nvSpPr>
            <p:spPr>
              <a:xfrm>
                <a:off x="8941550" y="651575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8987300" y="697325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9033050" y="743075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796" name="Google Shape;796;p30"/>
          <p:cNvSpPr/>
          <p:nvPr/>
        </p:nvSpPr>
        <p:spPr>
          <a:xfrm rot="10800000" flipH="1">
            <a:off x="8506272" y="2840535"/>
            <a:ext cx="274200" cy="27420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97" name="Google Shape;797;p30"/>
          <p:cNvPicPr preferRelativeResize="0"/>
          <p:nvPr/>
        </p:nvPicPr>
        <p:blipFill rotWithShape="1">
          <a:blip r:embed="rId3">
            <a:alphaModFix/>
          </a:blip>
          <a:srcRect l="15074" t="23118" r="19923" b="25916"/>
          <a:stretch/>
        </p:blipFill>
        <p:spPr>
          <a:xfrm rot="537552" flipH="1">
            <a:off x="-1037224" y="-977528"/>
            <a:ext cx="2707599" cy="207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 Medium"/>
              <a:buNone/>
              <a:defRPr sz="3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Medium"/>
              <a:buNone/>
              <a:defRPr sz="35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9" r:id="rId5"/>
    <p:sldLayoutId id="2147483675" r:id="rId6"/>
    <p:sldLayoutId id="214748367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urusinghvi/email-spam-classification-datas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 txBox="1">
            <a:spLocks noGrp="1"/>
          </p:cNvSpPr>
          <p:nvPr>
            <p:ph type="ctrTitle"/>
          </p:nvPr>
        </p:nvSpPr>
        <p:spPr>
          <a:xfrm>
            <a:off x="911150" y="1203175"/>
            <a:ext cx="7321800" cy="20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dirty="0"/>
              <a:t>Naïve Bayes Email Classification</a:t>
            </a:r>
            <a:endParaRPr sz="6300" dirty="0"/>
          </a:p>
        </p:txBody>
      </p:sp>
      <p:sp>
        <p:nvSpPr>
          <p:cNvPr id="809" name="Google Shape;809;p34"/>
          <p:cNvSpPr txBox="1">
            <a:spLocks noGrp="1"/>
          </p:cNvSpPr>
          <p:nvPr>
            <p:ph type="subTitle" idx="1"/>
          </p:nvPr>
        </p:nvSpPr>
        <p:spPr>
          <a:xfrm>
            <a:off x="1534434" y="3483125"/>
            <a:ext cx="6090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Group 02 – Jia Khot, Lalit Maurya, Rachit Kumar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24" name="Google Shape;824;p36"/>
          <p:cNvSpPr txBox="1">
            <a:spLocks noGrp="1"/>
          </p:cNvSpPr>
          <p:nvPr>
            <p:ph type="title" idx="2"/>
          </p:nvPr>
        </p:nvSpPr>
        <p:spPr>
          <a:xfrm>
            <a:off x="1827210" y="1443770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25" name="Google Shape;825;p36"/>
          <p:cNvSpPr txBox="1">
            <a:spLocks noGrp="1"/>
          </p:cNvSpPr>
          <p:nvPr>
            <p:ph type="title" idx="3"/>
          </p:nvPr>
        </p:nvSpPr>
        <p:spPr>
          <a:xfrm>
            <a:off x="1827210" y="2964241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26" name="Google Shape;826;p36"/>
          <p:cNvSpPr txBox="1">
            <a:spLocks noGrp="1"/>
          </p:cNvSpPr>
          <p:nvPr>
            <p:ph type="title" idx="4"/>
          </p:nvPr>
        </p:nvSpPr>
        <p:spPr>
          <a:xfrm>
            <a:off x="4204650" y="1443770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7" name="Google Shape;827;p36"/>
          <p:cNvSpPr txBox="1">
            <a:spLocks noGrp="1"/>
          </p:cNvSpPr>
          <p:nvPr>
            <p:ph type="title" idx="5"/>
          </p:nvPr>
        </p:nvSpPr>
        <p:spPr>
          <a:xfrm>
            <a:off x="4204650" y="2964241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828" name="Google Shape;828;p36"/>
          <p:cNvSpPr txBox="1">
            <a:spLocks noGrp="1"/>
          </p:cNvSpPr>
          <p:nvPr>
            <p:ph type="title" idx="6"/>
          </p:nvPr>
        </p:nvSpPr>
        <p:spPr>
          <a:xfrm>
            <a:off x="6582090" y="1443770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30" name="Google Shape;830;p36"/>
          <p:cNvSpPr txBox="1">
            <a:spLocks noGrp="1"/>
          </p:cNvSpPr>
          <p:nvPr>
            <p:ph type="subTitle" idx="1"/>
          </p:nvPr>
        </p:nvSpPr>
        <p:spPr>
          <a:xfrm>
            <a:off x="1212510" y="2243039"/>
            <a:ext cx="207171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Review</a:t>
            </a:r>
            <a:endParaRPr dirty="0"/>
          </a:p>
        </p:txBody>
      </p:sp>
      <p:sp>
        <p:nvSpPr>
          <p:cNvPr id="831" name="Google Shape;831;p36"/>
          <p:cNvSpPr txBox="1">
            <a:spLocks noGrp="1"/>
          </p:cNvSpPr>
          <p:nvPr>
            <p:ph type="subTitle" idx="8"/>
          </p:nvPr>
        </p:nvSpPr>
        <p:spPr>
          <a:xfrm>
            <a:off x="3589050" y="2243032"/>
            <a:ext cx="214881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Pipeline</a:t>
            </a:r>
            <a:endParaRPr dirty="0"/>
          </a:p>
        </p:txBody>
      </p:sp>
      <p:sp>
        <p:nvSpPr>
          <p:cNvPr id="832" name="Google Shape;832;p36"/>
          <p:cNvSpPr txBox="1">
            <a:spLocks noGrp="1"/>
          </p:cNvSpPr>
          <p:nvPr>
            <p:ph type="subTitle" idx="9"/>
          </p:nvPr>
        </p:nvSpPr>
        <p:spPr>
          <a:xfrm>
            <a:off x="5966490" y="2243032"/>
            <a:ext cx="214881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Standard Na</a:t>
            </a:r>
            <a:r>
              <a:rPr lang="en-US" dirty="0"/>
              <a:t>ï</a:t>
            </a:r>
            <a:r>
              <a:rPr lang="en" dirty="0"/>
              <a:t>ve Bayes</a:t>
            </a:r>
            <a:endParaRPr dirty="0"/>
          </a:p>
        </p:txBody>
      </p:sp>
      <p:sp>
        <p:nvSpPr>
          <p:cNvPr id="833" name="Google Shape;833;p36"/>
          <p:cNvSpPr txBox="1">
            <a:spLocks noGrp="1"/>
          </p:cNvSpPr>
          <p:nvPr>
            <p:ph type="subTitle" idx="13"/>
          </p:nvPr>
        </p:nvSpPr>
        <p:spPr>
          <a:xfrm>
            <a:off x="1213410" y="3763571"/>
            <a:ext cx="19641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TF-IDFAware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Bayes</a:t>
            </a:r>
            <a:endParaRPr dirty="0"/>
          </a:p>
        </p:txBody>
      </p:sp>
      <p:sp>
        <p:nvSpPr>
          <p:cNvPr id="834" name="Google Shape;834;p36"/>
          <p:cNvSpPr txBox="1">
            <a:spLocks noGrp="1"/>
          </p:cNvSpPr>
          <p:nvPr>
            <p:ph type="subTitle" idx="14"/>
          </p:nvPr>
        </p:nvSpPr>
        <p:spPr>
          <a:xfrm>
            <a:off x="3589050" y="3763571"/>
            <a:ext cx="19659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Metrics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"/>
          <p:cNvSpPr txBox="1">
            <a:spLocks noGrp="1"/>
          </p:cNvSpPr>
          <p:nvPr>
            <p:ph type="title"/>
          </p:nvPr>
        </p:nvSpPr>
        <p:spPr>
          <a:xfrm>
            <a:off x="1291500" y="2335953"/>
            <a:ext cx="38052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br>
              <a:rPr lang="en-US" dirty="0"/>
            </a:br>
            <a:r>
              <a:rPr lang="en-US" dirty="0"/>
              <a:t>Review</a:t>
            </a:r>
            <a:endParaRPr dirty="0"/>
          </a:p>
        </p:txBody>
      </p:sp>
      <p:sp>
        <p:nvSpPr>
          <p:cNvPr id="859" name="Google Shape;859;p38"/>
          <p:cNvSpPr txBox="1">
            <a:spLocks noGrp="1"/>
          </p:cNvSpPr>
          <p:nvPr>
            <p:ph type="title" idx="2"/>
          </p:nvPr>
        </p:nvSpPr>
        <p:spPr>
          <a:xfrm>
            <a:off x="1371600" y="1162347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60" name="Google Shape;860;p38"/>
          <p:cNvGrpSpPr/>
          <p:nvPr/>
        </p:nvGrpSpPr>
        <p:grpSpPr>
          <a:xfrm>
            <a:off x="5454150" y="1236940"/>
            <a:ext cx="2976748" cy="2669620"/>
            <a:chOff x="5454150" y="1236940"/>
            <a:chExt cx="2976748" cy="2669620"/>
          </a:xfrm>
        </p:grpSpPr>
        <p:pic>
          <p:nvPicPr>
            <p:cNvPr id="861" name="Google Shape;861;p38"/>
            <p:cNvPicPr preferRelativeResize="0"/>
            <p:nvPr/>
          </p:nvPicPr>
          <p:blipFill rotWithShape="1">
            <a:blip r:embed="rId3">
              <a:alphaModFix/>
            </a:blip>
            <a:srcRect l="13852" t="18886" r="14190" b="15033"/>
            <a:stretch/>
          </p:blipFill>
          <p:spPr>
            <a:xfrm>
              <a:off x="5454150" y="1236940"/>
              <a:ext cx="2976748" cy="26696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2" name="Google Shape;862;p38"/>
            <p:cNvGrpSpPr/>
            <p:nvPr/>
          </p:nvGrpSpPr>
          <p:grpSpPr>
            <a:xfrm>
              <a:off x="5636955" y="2809468"/>
              <a:ext cx="1097090" cy="1097090"/>
              <a:chOff x="-423175" y="2918850"/>
              <a:chExt cx="822900" cy="822900"/>
            </a:xfrm>
          </p:grpSpPr>
          <p:sp>
            <p:nvSpPr>
              <p:cNvPr id="863" name="Google Shape;863;p38"/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4" name="Google Shape;864;p38"/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5" name="Google Shape;865;p38"/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6" name="Google Shape;866;p38"/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7" name="Google Shape;867;p38"/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8" name="Google Shape;868;p38"/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9" name="Google Shape;869;p38"/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70" name="Google Shape;870;p38"/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71" name="Google Shape;871;p38"/>
            <p:cNvSpPr/>
            <p:nvPr/>
          </p:nvSpPr>
          <p:spPr>
            <a:xfrm flipH="1">
              <a:off x="7728854" y="153126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Review</a:t>
            </a:r>
            <a:endParaRPr dirty="0"/>
          </a:p>
        </p:txBody>
      </p:sp>
      <p:sp>
        <p:nvSpPr>
          <p:cNvPr id="897" name="Google Shape;897;p40"/>
          <p:cNvSpPr txBox="1">
            <a:spLocks noGrp="1"/>
          </p:cNvSpPr>
          <p:nvPr>
            <p:ph type="subTitle" idx="2"/>
          </p:nvPr>
        </p:nvSpPr>
        <p:spPr>
          <a:xfrm>
            <a:off x="1066243" y="1211189"/>
            <a:ext cx="7011513" cy="21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latin typeface="DM Sans Medium" pitchFamily="2" charset="0"/>
              </a:rPr>
              <a:t>The dataset used can be found on </a:t>
            </a:r>
            <a:r>
              <a:rPr lang="en-US" dirty="0">
                <a:latin typeface="DM Sans Medium" pitchFamily="2" charset="0"/>
                <a:hlinkClick r:id="rId3"/>
              </a:rPr>
              <a:t>Kaggle</a:t>
            </a:r>
            <a:r>
              <a:rPr lang="en-US" dirty="0">
                <a:latin typeface="DM Sans Medium" pitchFamily="2" charset="0"/>
              </a:rPr>
              <a:t>. Having 83448 datapoints. Used in an 80-20 Train-Test split.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806C0C9-30DE-BAB2-A9A9-E09E03DE3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082295"/>
              </p:ext>
            </p:extLst>
          </p:nvPr>
        </p:nvGraphicFramePr>
        <p:xfrm>
          <a:off x="2365080" y="1767840"/>
          <a:ext cx="4413840" cy="2522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45339EFC-B939-352B-BA16-ADC2B077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">
            <a:extLst>
              <a:ext uri="{FF2B5EF4-FFF2-40B4-BE49-F238E27FC236}">
                <a16:creationId xmlns:a16="http://schemas.microsoft.com/office/drawing/2014/main" id="{29E0237C-C3C7-DF9D-8CA4-5BA43B388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500" y="2335953"/>
            <a:ext cx="38052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Training</a:t>
            </a:r>
            <a:br>
              <a:rPr lang="en-US" dirty="0"/>
            </a:br>
            <a:r>
              <a:rPr lang="en-US" dirty="0"/>
              <a:t>Pipeline</a:t>
            </a:r>
            <a:endParaRPr dirty="0"/>
          </a:p>
        </p:txBody>
      </p:sp>
      <p:sp>
        <p:nvSpPr>
          <p:cNvPr id="859" name="Google Shape;859;p38">
            <a:extLst>
              <a:ext uri="{FF2B5EF4-FFF2-40B4-BE49-F238E27FC236}">
                <a16:creationId xmlns:a16="http://schemas.microsoft.com/office/drawing/2014/main" id="{6FE97ED5-2CDC-4CCE-86E7-CB40B5C3056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71600" y="1162347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860" name="Google Shape;860;p38">
            <a:extLst>
              <a:ext uri="{FF2B5EF4-FFF2-40B4-BE49-F238E27FC236}">
                <a16:creationId xmlns:a16="http://schemas.microsoft.com/office/drawing/2014/main" id="{30AB1729-C9F4-D0A0-6A8A-38246D0F1A7C}"/>
              </a:ext>
            </a:extLst>
          </p:cNvPr>
          <p:cNvGrpSpPr/>
          <p:nvPr/>
        </p:nvGrpSpPr>
        <p:grpSpPr>
          <a:xfrm>
            <a:off x="5454150" y="1236940"/>
            <a:ext cx="2976748" cy="2669620"/>
            <a:chOff x="5454150" y="1236940"/>
            <a:chExt cx="2976748" cy="2669620"/>
          </a:xfrm>
        </p:grpSpPr>
        <p:pic>
          <p:nvPicPr>
            <p:cNvPr id="861" name="Google Shape;861;p38">
              <a:extLst>
                <a:ext uri="{FF2B5EF4-FFF2-40B4-BE49-F238E27FC236}">
                  <a16:creationId xmlns:a16="http://schemas.microsoft.com/office/drawing/2014/main" id="{3CA4674C-D7BB-94C6-EA98-2826A2D003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3852" t="18886" r="14190" b="15033"/>
            <a:stretch/>
          </p:blipFill>
          <p:spPr>
            <a:xfrm>
              <a:off x="5454150" y="1236940"/>
              <a:ext cx="2976748" cy="26696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2" name="Google Shape;862;p38">
              <a:extLst>
                <a:ext uri="{FF2B5EF4-FFF2-40B4-BE49-F238E27FC236}">
                  <a16:creationId xmlns:a16="http://schemas.microsoft.com/office/drawing/2014/main" id="{5FD7BD1B-7CB7-DDFB-904B-A71B81A8D7CF}"/>
                </a:ext>
              </a:extLst>
            </p:cNvPr>
            <p:cNvGrpSpPr/>
            <p:nvPr/>
          </p:nvGrpSpPr>
          <p:grpSpPr>
            <a:xfrm>
              <a:off x="5636955" y="2809468"/>
              <a:ext cx="1097090" cy="1097090"/>
              <a:chOff x="-423175" y="2918850"/>
              <a:chExt cx="822900" cy="822900"/>
            </a:xfrm>
          </p:grpSpPr>
          <p:sp>
            <p:nvSpPr>
              <p:cNvPr id="863" name="Google Shape;863;p38">
                <a:extLst>
                  <a:ext uri="{FF2B5EF4-FFF2-40B4-BE49-F238E27FC236}">
                    <a16:creationId xmlns:a16="http://schemas.microsoft.com/office/drawing/2014/main" id="{A9FFFF07-6000-217C-B590-3EDA7008963F}"/>
                  </a:ext>
                </a:extLst>
              </p:cNvPr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4" name="Google Shape;864;p38">
                <a:extLst>
                  <a:ext uri="{FF2B5EF4-FFF2-40B4-BE49-F238E27FC236}">
                    <a16:creationId xmlns:a16="http://schemas.microsoft.com/office/drawing/2014/main" id="{F7BB8A37-7EDA-6AD4-2EF9-1C1CC75CA069}"/>
                  </a:ext>
                </a:extLst>
              </p:cNvPr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5" name="Google Shape;865;p38">
                <a:extLst>
                  <a:ext uri="{FF2B5EF4-FFF2-40B4-BE49-F238E27FC236}">
                    <a16:creationId xmlns:a16="http://schemas.microsoft.com/office/drawing/2014/main" id="{83C387E2-9D7B-51C0-8C3E-62F4CA518750}"/>
                  </a:ext>
                </a:extLst>
              </p:cNvPr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6" name="Google Shape;866;p38">
                <a:extLst>
                  <a:ext uri="{FF2B5EF4-FFF2-40B4-BE49-F238E27FC236}">
                    <a16:creationId xmlns:a16="http://schemas.microsoft.com/office/drawing/2014/main" id="{841F7DBB-9DF5-3356-6EAD-E7E7B93DD2D1}"/>
                  </a:ext>
                </a:extLst>
              </p:cNvPr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7" name="Google Shape;867;p38">
                <a:extLst>
                  <a:ext uri="{FF2B5EF4-FFF2-40B4-BE49-F238E27FC236}">
                    <a16:creationId xmlns:a16="http://schemas.microsoft.com/office/drawing/2014/main" id="{37A174D5-BEAF-E9D0-2F4D-BBBEA2F0E714}"/>
                  </a:ext>
                </a:extLst>
              </p:cNvPr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8" name="Google Shape;868;p38">
                <a:extLst>
                  <a:ext uri="{FF2B5EF4-FFF2-40B4-BE49-F238E27FC236}">
                    <a16:creationId xmlns:a16="http://schemas.microsoft.com/office/drawing/2014/main" id="{9852237B-7259-87DE-79D7-17D42776AB38}"/>
                  </a:ext>
                </a:extLst>
              </p:cNvPr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9" name="Google Shape;869;p38">
                <a:extLst>
                  <a:ext uri="{FF2B5EF4-FFF2-40B4-BE49-F238E27FC236}">
                    <a16:creationId xmlns:a16="http://schemas.microsoft.com/office/drawing/2014/main" id="{28807F4A-7B57-3EF0-BEFB-1013E3FD7DB5}"/>
                  </a:ext>
                </a:extLst>
              </p:cNvPr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70" name="Google Shape;870;p38">
                <a:extLst>
                  <a:ext uri="{FF2B5EF4-FFF2-40B4-BE49-F238E27FC236}">
                    <a16:creationId xmlns:a16="http://schemas.microsoft.com/office/drawing/2014/main" id="{2C2F9867-EFF1-6D4A-DF88-7DE823F21272}"/>
                  </a:ext>
                </a:extLst>
              </p:cNvPr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71" name="Google Shape;871;p38">
              <a:extLst>
                <a:ext uri="{FF2B5EF4-FFF2-40B4-BE49-F238E27FC236}">
                  <a16:creationId xmlns:a16="http://schemas.microsoft.com/office/drawing/2014/main" id="{AC52D9BF-7739-1B1E-D099-43CE26467CD0}"/>
                </a:ext>
              </a:extLst>
            </p:cNvPr>
            <p:cNvSpPr/>
            <p:nvPr/>
          </p:nvSpPr>
          <p:spPr>
            <a:xfrm flipH="1">
              <a:off x="7728854" y="153126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901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A3DD6829-F7B7-4042-EF8F-A71B027A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>
            <a:extLst>
              <a:ext uri="{FF2B5EF4-FFF2-40B4-BE49-F238E27FC236}">
                <a16:creationId xmlns:a16="http://schemas.microsoft.com/office/drawing/2014/main" id="{5CB6E33D-FF2A-40D1-3E2E-ACF2F0AD5E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Pipeline</a:t>
            </a:r>
            <a:endParaRPr dirty="0"/>
          </a:p>
        </p:txBody>
      </p:sp>
      <p:sp>
        <p:nvSpPr>
          <p:cNvPr id="897" name="Google Shape;897;p40">
            <a:extLst>
              <a:ext uri="{FF2B5EF4-FFF2-40B4-BE49-F238E27FC236}">
                <a16:creationId xmlns:a16="http://schemas.microsoft.com/office/drawing/2014/main" id="{72AC211C-BC30-E0EC-64C7-45E95A78CC2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66243" y="1325488"/>
            <a:ext cx="7011513" cy="319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US" sz="1600" b="1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Preprocessing &amp; Tokenization</a:t>
            </a:r>
            <a:r>
              <a:rPr lang="en-US" b="1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:</a:t>
            </a:r>
            <a:endParaRPr lang="en-US" b="1" dirty="0">
              <a:solidFill>
                <a:schemeClr val="tx1"/>
              </a:solidFill>
              <a:latin typeface="DM Sans Medium" pitchFamily="2" charset="0"/>
            </a:endParaRP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Convert all text to lowercase and tokenize using a regex-based whitespace tokenizer</a:t>
            </a:r>
            <a:endParaRPr lang="en-US" dirty="0">
              <a:solidFill>
                <a:schemeClr val="tx1"/>
              </a:solidFill>
              <a:latin typeface="DM Sans Medium" pitchFamily="2" charset="0"/>
            </a:endParaRP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Found to be as effective as </a:t>
            </a:r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word_tokenize()</a:t>
            </a: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 from NLTK, while being more computationally efficient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Removal of stopwords showed no effect on evaluation metrics, however the process does reduce dimensionality, hence we chose to eliminate stopwords from our documents.</a:t>
            </a:r>
          </a:p>
          <a:p>
            <a:endParaRPr lang="en-US" dirty="0">
              <a:solidFill>
                <a:schemeClr val="tx1"/>
              </a:solidFill>
              <a:latin typeface="DM Sans Medium" pitchFamily="2" charset="0"/>
            </a:endParaRPr>
          </a:p>
          <a:p>
            <a:pPr>
              <a:buFont typeface="Arial"/>
            </a:pPr>
            <a:r>
              <a:rPr lang="en-US" sz="1600" b="1" dirty="0">
                <a:solidFill>
                  <a:schemeClr val="tx1"/>
                </a:solidFill>
                <a:latin typeface="DM Sans Medium" pitchFamily="2" charset="0"/>
              </a:rPr>
              <a:t>Vocabulary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Build a vocabulary from the tokenized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Assign a unique integer index to each word (word to index mapping)</a:t>
            </a:r>
          </a:p>
          <a:p>
            <a:endParaRPr lang="en-US" dirty="0">
              <a:solidFill>
                <a:schemeClr val="tx1"/>
              </a:solidFill>
              <a:latin typeface="DM Sans Medium" pitchFamily="2" charset="0"/>
            </a:endParaRPr>
          </a:p>
          <a:p>
            <a:pPr>
              <a:buFont typeface="Arial"/>
            </a:pPr>
            <a:r>
              <a:rPr lang="en-US" sz="1600" b="1" dirty="0">
                <a:solidFill>
                  <a:schemeClr val="tx1"/>
                </a:solidFill>
                <a:latin typeface="DM Sans Medium" pitchFamily="2" charset="0"/>
              </a:rPr>
              <a:t>Feature Extraction: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Represent documents using word count features </a:t>
            </a:r>
            <a:endParaRPr lang="en-US" dirty="0">
              <a:solidFill>
                <a:schemeClr val="tx1"/>
              </a:solidFill>
              <a:latin typeface="DM Sans Medium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Store features as sparse matrices to avoid excessive memory usage (given large dimensionality: 66,758 × 274,575)</a:t>
            </a:r>
            <a:endParaRPr lang="en-US" dirty="0">
              <a:solidFill>
                <a:schemeClr val="tx1"/>
              </a:solidFill>
              <a:latin typeface="DM Sans Medium" pitchFamily="2" charset="0"/>
            </a:endParaRPr>
          </a:p>
          <a:p>
            <a:pPr marL="0" indent="0"/>
            <a:endParaRPr lang="en-US" b="1" dirty="0">
              <a:solidFill>
                <a:schemeClr val="tx1"/>
              </a:solidFill>
              <a:latin typeface="DM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735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882ABBCA-150C-982F-0D1C-39DB2E22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>
            <a:extLst>
              <a:ext uri="{FF2B5EF4-FFF2-40B4-BE49-F238E27FC236}">
                <a16:creationId xmlns:a16="http://schemas.microsoft.com/office/drawing/2014/main" id="{13416CF6-8118-C560-6911-D47C10FA3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Pipeline</a:t>
            </a:r>
            <a:endParaRPr dirty="0"/>
          </a:p>
        </p:txBody>
      </p:sp>
      <p:sp>
        <p:nvSpPr>
          <p:cNvPr id="897" name="Google Shape;897;p40">
            <a:extLst>
              <a:ext uri="{FF2B5EF4-FFF2-40B4-BE49-F238E27FC236}">
                <a16:creationId xmlns:a16="http://schemas.microsoft.com/office/drawing/2014/main" id="{BE3FB8D7-0282-94D0-AEED-E7C36F41D2C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66239" y="1627224"/>
            <a:ext cx="7011513" cy="319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Probability Estimation</a:t>
            </a:r>
            <a:r>
              <a:rPr lang="en-US" sz="1600" b="1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Compute prior probabilities for each class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Calculate inverse document frequency (IDF) scores for all terms</a:t>
            </a:r>
            <a:endParaRPr lang="en-US" dirty="0">
              <a:solidFill>
                <a:schemeClr val="tx1"/>
              </a:solidFill>
              <a:latin typeface="DM Sans Medium" pitchFamily="2" charset="0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chemeClr val="tx1"/>
              </a:solidFill>
              <a:latin typeface="DM Sans Medium" pitchFamily="2" charset="0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000" b="1" dirty="0">
                <a:solidFill>
                  <a:schemeClr val="tx1"/>
                </a:solidFill>
                <a:latin typeface="DM Sans Medium" pitchFamily="2" charset="0"/>
              </a:rPr>
              <a:t>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 Medium" pitchFamily="2" charset="0"/>
                <a:ea typeface="+mn-lt"/>
                <a:cs typeface="+mn-lt"/>
              </a:rPr>
              <a:t>Evaluate the Naive Bayes model on a held-out test dataset </a:t>
            </a: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6712DAFD-CA9F-B743-310D-6A6E34215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702" y="3344372"/>
            <a:ext cx="6812589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3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7170DF19-9479-28FD-0A1F-359DDE63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">
            <a:extLst>
              <a:ext uri="{FF2B5EF4-FFF2-40B4-BE49-F238E27FC236}">
                <a16:creationId xmlns:a16="http://schemas.microsoft.com/office/drawing/2014/main" id="{554795EA-0EBC-97FF-E69F-1448CD29E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500" y="2335953"/>
            <a:ext cx="395868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Standard</a:t>
            </a:r>
            <a:br>
              <a:rPr lang="en-US" dirty="0"/>
            </a:br>
            <a:r>
              <a:rPr lang="en-US" dirty="0"/>
              <a:t>Naïve Bayes</a:t>
            </a:r>
            <a:endParaRPr dirty="0"/>
          </a:p>
        </p:txBody>
      </p:sp>
      <p:sp>
        <p:nvSpPr>
          <p:cNvPr id="859" name="Google Shape;859;p38">
            <a:extLst>
              <a:ext uri="{FF2B5EF4-FFF2-40B4-BE49-F238E27FC236}">
                <a16:creationId xmlns:a16="http://schemas.microsoft.com/office/drawing/2014/main" id="{608ADBF0-1F48-B879-3010-4A5C6F2E79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71600" y="1162347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860" name="Google Shape;860;p38">
            <a:extLst>
              <a:ext uri="{FF2B5EF4-FFF2-40B4-BE49-F238E27FC236}">
                <a16:creationId xmlns:a16="http://schemas.microsoft.com/office/drawing/2014/main" id="{1A05D748-F889-C861-D0BE-D6CF47DDF7C9}"/>
              </a:ext>
            </a:extLst>
          </p:cNvPr>
          <p:cNvGrpSpPr/>
          <p:nvPr/>
        </p:nvGrpSpPr>
        <p:grpSpPr>
          <a:xfrm>
            <a:off x="5454150" y="1236940"/>
            <a:ext cx="2976748" cy="2669620"/>
            <a:chOff x="5454150" y="1236940"/>
            <a:chExt cx="2976748" cy="2669620"/>
          </a:xfrm>
        </p:grpSpPr>
        <p:pic>
          <p:nvPicPr>
            <p:cNvPr id="861" name="Google Shape;861;p38">
              <a:extLst>
                <a:ext uri="{FF2B5EF4-FFF2-40B4-BE49-F238E27FC236}">
                  <a16:creationId xmlns:a16="http://schemas.microsoft.com/office/drawing/2014/main" id="{4DEBDBE9-B2AA-E32D-CC6F-8924A04206C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3852" t="18886" r="14190" b="15033"/>
            <a:stretch/>
          </p:blipFill>
          <p:spPr>
            <a:xfrm>
              <a:off x="5454150" y="1236940"/>
              <a:ext cx="2976748" cy="26696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2" name="Google Shape;862;p38">
              <a:extLst>
                <a:ext uri="{FF2B5EF4-FFF2-40B4-BE49-F238E27FC236}">
                  <a16:creationId xmlns:a16="http://schemas.microsoft.com/office/drawing/2014/main" id="{33C1AC32-B06F-7F1F-9260-4F1125968A77}"/>
                </a:ext>
              </a:extLst>
            </p:cNvPr>
            <p:cNvGrpSpPr/>
            <p:nvPr/>
          </p:nvGrpSpPr>
          <p:grpSpPr>
            <a:xfrm>
              <a:off x="5636955" y="2809468"/>
              <a:ext cx="1097090" cy="1097090"/>
              <a:chOff x="-423175" y="2918850"/>
              <a:chExt cx="822900" cy="822900"/>
            </a:xfrm>
          </p:grpSpPr>
          <p:sp>
            <p:nvSpPr>
              <p:cNvPr id="863" name="Google Shape;863;p38">
                <a:extLst>
                  <a:ext uri="{FF2B5EF4-FFF2-40B4-BE49-F238E27FC236}">
                    <a16:creationId xmlns:a16="http://schemas.microsoft.com/office/drawing/2014/main" id="{0B456017-ECCD-CE2B-617E-A5502EF73CDD}"/>
                  </a:ext>
                </a:extLst>
              </p:cNvPr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4" name="Google Shape;864;p38">
                <a:extLst>
                  <a:ext uri="{FF2B5EF4-FFF2-40B4-BE49-F238E27FC236}">
                    <a16:creationId xmlns:a16="http://schemas.microsoft.com/office/drawing/2014/main" id="{F28B26B5-CC62-9799-A61D-705C4F4E1705}"/>
                  </a:ext>
                </a:extLst>
              </p:cNvPr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5" name="Google Shape;865;p38">
                <a:extLst>
                  <a:ext uri="{FF2B5EF4-FFF2-40B4-BE49-F238E27FC236}">
                    <a16:creationId xmlns:a16="http://schemas.microsoft.com/office/drawing/2014/main" id="{B88145F7-E948-0FB9-F88F-B39A13F7B33A}"/>
                  </a:ext>
                </a:extLst>
              </p:cNvPr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6" name="Google Shape;866;p38">
                <a:extLst>
                  <a:ext uri="{FF2B5EF4-FFF2-40B4-BE49-F238E27FC236}">
                    <a16:creationId xmlns:a16="http://schemas.microsoft.com/office/drawing/2014/main" id="{22A252A7-7824-D100-1195-1627C1F10FEB}"/>
                  </a:ext>
                </a:extLst>
              </p:cNvPr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7" name="Google Shape;867;p38">
                <a:extLst>
                  <a:ext uri="{FF2B5EF4-FFF2-40B4-BE49-F238E27FC236}">
                    <a16:creationId xmlns:a16="http://schemas.microsoft.com/office/drawing/2014/main" id="{87DD816C-1A5C-026C-7B7A-7C0F92E79B41}"/>
                  </a:ext>
                </a:extLst>
              </p:cNvPr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8" name="Google Shape;868;p38">
                <a:extLst>
                  <a:ext uri="{FF2B5EF4-FFF2-40B4-BE49-F238E27FC236}">
                    <a16:creationId xmlns:a16="http://schemas.microsoft.com/office/drawing/2014/main" id="{85EA002C-EDBF-6428-4180-DFCACBFC0A1F}"/>
                  </a:ext>
                </a:extLst>
              </p:cNvPr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9" name="Google Shape;869;p38">
                <a:extLst>
                  <a:ext uri="{FF2B5EF4-FFF2-40B4-BE49-F238E27FC236}">
                    <a16:creationId xmlns:a16="http://schemas.microsoft.com/office/drawing/2014/main" id="{D27DFDA2-F4F9-D198-8EEF-11F8F7FDA62B}"/>
                  </a:ext>
                </a:extLst>
              </p:cNvPr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70" name="Google Shape;870;p38">
                <a:extLst>
                  <a:ext uri="{FF2B5EF4-FFF2-40B4-BE49-F238E27FC236}">
                    <a16:creationId xmlns:a16="http://schemas.microsoft.com/office/drawing/2014/main" id="{DB39BB0E-1433-B2DD-B444-FD52574205AD}"/>
                  </a:ext>
                </a:extLst>
              </p:cNvPr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71" name="Google Shape;871;p38">
              <a:extLst>
                <a:ext uri="{FF2B5EF4-FFF2-40B4-BE49-F238E27FC236}">
                  <a16:creationId xmlns:a16="http://schemas.microsoft.com/office/drawing/2014/main" id="{CBA4B7CE-4ADF-221A-117A-D4A68B311514}"/>
                </a:ext>
              </a:extLst>
            </p:cNvPr>
            <p:cNvSpPr/>
            <p:nvPr/>
          </p:nvSpPr>
          <p:spPr>
            <a:xfrm flipH="1">
              <a:off x="7728854" y="153126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722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4AE6BD06-6C1D-37E4-6F45-0FC6D13D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>
            <a:extLst>
              <a:ext uri="{FF2B5EF4-FFF2-40B4-BE49-F238E27FC236}">
                <a16:creationId xmlns:a16="http://schemas.microsoft.com/office/drawing/2014/main" id="{713FA6D8-753E-DB08-A27A-ADEE1D85C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Standard Na</a:t>
            </a:r>
            <a:r>
              <a:rPr lang="en-US" dirty="0"/>
              <a:t>ï</a:t>
            </a:r>
            <a:r>
              <a:rPr lang="en" dirty="0"/>
              <a:t>ve Bayes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7" name="Google Shape;897;p40">
                <a:extLst>
                  <a:ext uri="{FF2B5EF4-FFF2-40B4-BE49-F238E27FC236}">
                    <a16:creationId xmlns:a16="http://schemas.microsoft.com/office/drawing/2014/main" id="{ABE86E40-D110-DC8A-F854-0216EBB8A385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1066243" y="1911225"/>
                <a:ext cx="7011513" cy="190539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</a:rPr>
                  <a:t>In standard Naïve Bayesian classification models, we calculate the prior estimates via simple word counts using the following formula:</a:t>
                </a:r>
              </a:p>
              <a:p>
                <a:pPr marL="0" indent="0" algn="ctr"/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 algn="ctr"/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𝐶𝑜𝑢𝑛𝑡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𝐶𝑜𝑢𝑛𝑡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 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algn="ctr"/>
                <a:endParaRPr lang="en-US" b="1" dirty="0">
                  <a:solidFill>
                    <a:schemeClr val="tx1"/>
                  </a:solidFill>
                  <a:latin typeface="DM Sans Medium" pitchFamily="2" charset="0"/>
                </a:endParaRPr>
              </a:p>
            </p:txBody>
          </p:sp>
        </mc:Choice>
        <mc:Fallback>
          <p:sp>
            <p:nvSpPr>
              <p:cNvPr id="897" name="Google Shape;897;p40">
                <a:extLst>
                  <a:ext uri="{FF2B5EF4-FFF2-40B4-BE49-F238E27FC236}">
                    <a16:creationId xmlns:a16="http://schemas.microsoft.com/office/drawing/2014/main" id="{ABE86E40-D110-DC8A-F854-0216EBB8A38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1066243" y="1911225"/>
                <a:ext cx="7011513" cy="1905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264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9CB797E5-40ED-FC66-B82C-CEDDEE7E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">
            <a:extLst>
              <a:ext uri="{FF2B5EF4-FFF2-40B4-BE49-F238E27FC236}">
                <a16:creationId xmlns:a16="http://schemas.microsoft.com/office/drawing/2014/main" id="{D25B87EB-D406-39B2-41ED-C82C7DBFEF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500" y="2335953"/>
            <a:ext cx="4109656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TF-IDF</a:t>
            </a:r>
            <a:br>
              <a:rPr lang="en-US" dirty="0"/>
            </a:br>
            <a:r>
              <a:rPr lang="en-US" dirty="0"/>
              <a:t>Aware Bayes</a:t>
            </a:r>
            <a:endParaRPr dirty="0"/>
          </a:p>
        </p:txBody>
      </p:sp>
      <p:sp>
        <p:nvSpPr>
          <p:cNvPr id="859" name="Google Shape;859;p38">
            <a:extLst>
              <a:ext uri="{FF2B5EF4-FFF2-40B4-BE49-F238E27FC236}">
                <a16:creationId xmlns:a16="http://schemas.microsoft.com/office/drawing/2014/main" id="{E3871AEF-259F-1EE9-273D-090858FF822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71600" y="1162347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860" name="Google Shape;860;p38">
            <a:extLst>
              <a:ext uri="{FF2B5EF4-FFF2-40B4-BE49-F238E27FC236}">
                <a16:creationId xmlns:a16="http://schemas.microsoft.com/office/drawing/2014/main" id="{061B1A10-A07D-649F-F270-D68533071BCC}"/>
              </a:ext>
            </a:extLst>
          </p:cNvPr>
          <p:cNvGrpSpPr/>
          <p:nvPr/>
        </p:nvGrpSpPr>
        <p:grpSpPr>
          <a:xfrm>
            <a:off x="5454150" y="1236940"/>
            <a:ext cx="2976748" cy="2669620"/>
            <a:chOff x="5454150" y="1236940"/>
            <a:chExt cx="2976748" cy="2669620"/>
          </a:xfrm>
        </p:grpSpPr>
        <p:pic>
          <p:nvPicPr>
            <p:cNvPr id="861" name="Google Shape;861;p38">
              <a:extLst>
                <a:ext uri="{FF2B5EF4-FFF2-40B4-BE49-F238E27FC236}">
                  <a16:creationId xmlns:a16="http://schemas.microsoft.com/office/drawing/2014/main" id="{921589EB-FD79-F0AA-B70A-5A611921F54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3852" t="18886" r="14190" b="15033"/>
            <a:stretch/>
          </p:blipFill>
          <p:spPr>
            <a:xfrm>
              <a:off x="5454150" y="1236940"/>
              <a:ext cx="2976748" cy="26696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2" name="Google Shape;862;p38">
              <a:extLst>
                <a:ext uri="{FF2B5EF4-FFF2-40B4-BE49-F238E27FC236}">
                  <a16:creationId xmlns:a16="http://schemas.microsoft.com/office/drawing/2014/main" id="{A96A2861-A2F1-DEE0-5FC9-84FB74E8A7CC}"/>
                </a:ext>
              </a:extLst>
            </p:cNvPr>
            <p:cNvGrpSpPr/>
            <p:nvPr/>
          </p:nvGrpSpPr>
          <p:grpSpPr>
            <a:xfrm>
              <a:off x="5636955" y="2809468"/>
              <a:ext cx="1097090" cy="1097090"/>
              <a:chOff x="-423175" y="2918850"/>
              <a:chExt cx="822900" cy="822900"/>
            </a:xfrm>
          </p:grpSpPr>
          <p:sp>
            <p:nvSpPr>
              <p:cNvPr id="863" name="Google Shape;863;p38">
                <a:extLst>
                  <a:ext uri="{FF2B5EF4-FFF2-40B4-BE49-F238E27FC236}">
                    <a16:creationId xmlns:a16="http://schemas.microsoft.com/office/drawing/2014/main" id="{11CAA049-AA11-2240-AA25-B1CFDE0AB919}"/>
                  </a:ext>
                </a:extLst>
              </p:cNvPr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4" name="Google Shape;864;p38">
                <a:extLst>
                  <a:ext uri="{FF2B5EF4-FFF2-40B4-BE49-F238E27FC236}">
                    <a16:creationId xmlns:a16="http://schemas.microsoft.com/office/drawing/2014/main" id="{642C10A8-9723-682D-F780-10C7A5774AF1}"/>
                  </a:ext>
                </a:extLst>
              </p:cNvPr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5" name="Google Shape;865;p38">
                <a:extLst>
                  <a:ext uri="{FF2B5EF4-FFF2-40B4-BE49-F238E27FC236}">
                    <a16:creationId xmlns:a16="http://schemas.microsoft.com/office/drawing/2014/main" id="{84FDE675-8579-C1A5-1634-60BEE6F148FE}"/>
                  </a:ext>
                </a:extLst>
              </p:cNvPr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6" name="Google Shape;866;p38">
                <a:extLst>
                  <a:ext uri="{FF2B5EF4-FFF2-40B4-BE49-F238E27FC236}">
                    <a16:creationId xmlns:a16="http://schemas.microsoft.com/office/drawing/2014/main" id="{F714ED72-D52E-B75F-74D5-94CC75C4FF95}"/>
                  </a:ext>
                </a:extLst>
              </p:cNvPr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7" name="Google Shape;867;p38">
                <a:extLst>
                  <a:ext uri="{FF2B5EF4-FFF2-40B4-BE49-F238E27FC236}">
                    <a16:creationId xmlns:a16="http://schemas.microsoft.com/office/drawing/2014/main" id="{E2E88978-E54A-2738-682F-20C706D1B60F}"/>
                  </a:ext>
                </a:extLst>
              </p:cNvPr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8" name="Google Shape;868;p38">
                <a:extLst>
                  <a:ext uri="{FF2B5EF4-FFF2-40B4-BE49-F238E27FC236}">
                    <a16:creationId xmlns:a16="http://schemas.microsoft.com/office/drawing/2014/main" id="{7168A5BB-3B6F-EA70-2DBD-EDFA2978A76E}"/>
                  </a:ext>
                </a:extLst>
              </p:cNvPr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9" name="Google Shape;869;p38">
                <a:extLst>
                  <a:ext uri="{FF2B5EF4-FFF2-40B4-BE49-F238E27FC236}">
                    <a16:creationId xmlns:a16="http://schemas.microsoft.com/office/drawing/2014/main" id="{962806B2-6E7E-F9B2-F868-F96D884F3C7C}"/>
                  </a:ext>
                </a:extLst>
              </p:cNvPr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70" name="Google Shape;870;p38">
                <a:extLst>
                  <a:ext uri="{FF2B5EF4-FFF2-40B4-BE49-F238E27FC236}">
                    <a16:creationId xmlns:a16="http://schemas.microsoft.com/office/drawing/2014/main" id="{48574A23-EEA8-BDE7-E472-C14AB3009A3C}"/>
                  </a:ext>
                </a:extLst>
              </p:cNvPr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71" name="Google Shape;871;p38">
              <a:extLst>
                <a:ext uri="{FF2B5EF4-FFF2-40B4-BE49-F238E27FC236}">
                  <a16:creationId xmlns:a16="http://schemas.microsoft.com/office/drawing/2014/main" id="{30398AFB-F63A-0147-B612-9CA86B3F82DC}"/>
                </a:ext>
              </a:extLst>
            </p:cNvPr>
            <p:cNvSpPr/>
            <p:nvPr/>
          </p:nvSpPr>
          <p:spPr>
            <a:xfrm flipH="1">
              <a:off x="7728854" y="153126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25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BDABB179-3931-21E1-8A34-17547F54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>
            <a:extLst>
              <a:ext uri="{FF2B5EF4-FFF2-40B4-BE49-F238E27FC236}">
                <a16:creationId xmlns:a16="http://schemas.microsoft.com/office/drawing/2014/main" id="{AB9942DB-ABA5-9373-4746-63E239596D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TF-IDF?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7" name="Google Shape;897;p40">
                <a:extLst>
                  <a:ext uri="{FF2B5EF4-FFF2-40B4-BE49-F238E27FC236}">
                    <a16:creationId xmlns:a16="http://schemas.microsoft.com/office/drawing/2014/main" id="{81780491-47EB-2E82-9A19-D3B08CD367A5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1066243" y="1362585"/>
                <a:ext cx="7011513" cy="190539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Raw word counts overemphasize very common words (e.g., </a:t>
                </a:r>
                <a:r>
                  <a:rPr lang="en-US" i="1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“the”, “is”</a:t>
                </a: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) </a:t>
                </a: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These frequent terms appear across many documents and provide </a:t>
                </a:r>
                <a:r>
                  <a:rPr lang="en-US" b="1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low semantic value</a:t>
                </a: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 </a:t>
                </a: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IDF down-weights such common words and </a:t>
                </a:r>
                <a:r>
                  <a:rPr lang="en-US" b="1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emphasizes rare, informative terms</a:t>
                </a: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 </a:t>
                </a: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  <a:ea typeface="+mn-lt"/>
                    <a:cs typeface="+mn-lt"/>
                  </a:rPr>
                  <a:t>This improves class separation in Naive Bayes by focusing on meaningful features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</a:rPr>
                  <a:t>We use the following formula to calculate the IDF score of a word w: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𝑐𝑜𝑢𝑛𝑡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285750" indent="-285750">
                  <a:buFont typeface="Arial"/>
                  <a:buChar char="•"/>
                </a:pPr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</p:txBody>
          </p:sp>
        </mc:Choice>
        <mc:Fallback>
          <p:sp>
            <p:nvSpPr>
              <p:cNvPr id="897" name="Google Shape;897;p40">
                <a:extLst>
                  <a:ext uri="{FF2B5EF4-FFF2-40B4-BE49-F238E27FC236}">
                    <a16:creationId xmlns:a16="http://schemas.microsoft.com/office/drawing/2014/main" id="{81780491-47EB-2E82-9A19-D3B08CD367A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1066243" y="1362585"/>
                <a:ext cx="7011513" cy="1905392"/>
              </a:xfrm>
              <a:prstGeom prst="rect">
                <a:avLst/>
              </a:prstGeom>
              <a:blipFill>
                <a:blip r:embed="rId3"/>
                <a:stretch>
                  <a:fillRect b="-54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5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71F04760-E2CC-0159-4588-B2023E6E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>
            <a:extLst>
              <a:ext uri="{FF2B5EF4-FFF2-40B4-BE49-F238E27FC236}">
                <a16:creationId xmlns:a16="http://schemas.microsoft.com/office/drawing/2014/main" id="{212B6791-4136-949D-33F6-A0A66477D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How we use TF-IDF Scores?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7" name="Google Shape;897;p40">
                <a:extLst>
                  <a:ext uri="{FF2B5EF4-FFF2-40B4-BE49-F238E27FC236}">
                    <a16:creationId xmlns:a16="http://schemas.microsoft.com/office/drawing/2014/main" id="{FC16D7F2-8C7F-71F3-38D9-8E8308F25D6D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1066243" y="1636904"/>
                <a:ext cx="7011513" cy="244741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3850" indent="-1714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</a:rPr>
                  <a:t>The standard formula for probability estimation gets modified to the following version when we include TF-IDF scoring into the mix:</a:t>
                </a:r>
              </a:p>
              <a:p>
                <a:pPr marL="15240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𝑇𝐹𝐼𝐷𝐹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</a:rPr>
                  <a:t>However, due to inclusion of non-probabilistic terms in the calculation, the result is no longer a valid probability distribution, hence we take a </a:t>
                </a:r>
                <a:r>
                  <a:rPr lang="en-US" dirty="0" err="1">
                    <a:solidFill>
                      <a:schemeClr val="tx1"/>
                    </a:solidFill>
                    <a:latin typeface="DM Sans Medium" pitchFamily="2" charset="0"/>
                  </a:rPr>
                  <a:t>softmax</a:t>
                </a:r>
                <a:r>
                  <a:rPr lang="en-US" dirty="0">
                    <a:solidFill>
                      <a:schemeClr val="tx1"/>
                    </a:solidFill>
                    <a:latin typeface="DM Sans Medium" pitchFamily="2" charset="0"/>
                  </a:rPr>
                  <a:t> over our log probabilities to normalize our outputs into a valid [0, 1] range such that they sum up to 1.</a:t>
                </a:r>
              </a:p>
              <a:p>
                <a:pPr marL="152400" indent="0"/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  <a:p>
                <a:pPr marL="15240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DM Sans Medium" pitchFamily="2" charset="0"/>
                </a:endParaRPr>
              </a:p>
            </p:txBody>
          </p:sp>
        </mc:Choice>
        <mc:Fallback>
          <p:sp>
            <p:nvSpPr>
              <p:cNvPr id="897" name="Google Shape;897;p40">
                <a:extLst>
                  <a:ext uri="{FF2B5EF4-FFF2-40B4-BE49-F238E27FC236}">
                    <a16:creationId xmlns:a16="http://schemas.microsoft.com/office/drawing/2014/main" id="{FC16D7F2-8C7F-71F3-38D9-8E8308F25D6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1066243" y="1636904"/>
                <a:ext cx="7011513" cy="2447415"/>
              </a:xfrm>
              <a:prstGeom prst="rect">
                <a:avLst/>
              </a:prstGeom>
              <a:blipFill>
                <a:blip r:embed="rId3"/>
                <a:stretch>
                  <a:fillRect t="-8978" b="-3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629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F85FDBE9-1550-CBB3-26DE-DB4C3BBA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">
            <a:extLst>
              <a:ext uri="{FF2B5EF4-FFF2-40B4-BE49-F238E27FC236}">
                <a16:creationId xmlns:a16="http://schemas.microsoft.com/office/drawing/2014/main" id="{BB228490-4A00-E653-AAA0-6C7599CF83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500" y="2335953"/>
            <a:ext cx="4109656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</a:t>
            </a:r>
            <a:br>
              <a:rPr lang="en-US" dirty="0"/>
            </a:br>
            <a:r>
              <a:rPr lang="en-US" dirty="0"/>
              <a:t>Metrics</a:t>
            </a:r>
            <a:endParaRPr dirty="0"/>
          </a:p>
        </p:txBody>
      </p:sp>
      <p:sp>
        <p:nvSpPr>
          <p:cNvPr id="859" name="Google Shape;859;p38">
            <a:extLst>
              <a:ext uri="{FF2B5EF4-FFF2-40B4-BE49-F238E27FC236}">
                <a16:creationId xmlns:a16="http://schemas.microsoft.com/office/drawing/2014/main" id="{3D888C88-69D3-4BF0-24BB-16BB45898F8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71600" y="1162347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860" name="Google Shape;860;p38">
            <a:extLst>
              <a:ext uri="{FF2B5EF4-FFF2-40B4-BE49-F238E27FC236}">
                <a16:creationId xmlns:a16="http://schemas.microsoft.com/office/drawing/2014/main" id="{92AAD3D4-3F86-8A93-8038-C7815A86DE0A}"/>
              </a:ext>
            </a:extLst>
          </p:cNvPr>
          <p:cNvGrpSpPr/>
          <p:nvPr/>
        </p:nvGrpSpPr>
        <p:grpSpPr>
          <a:xfrm>
            <a:off x="5454150" y="1236940"/>
            <a:ext cx="2976748" cy="2669620"/>
            <a:chOff x="5454150" y="1236940"/>
            <a:chExt cx="2976748" cy="2669620"/>
          </a:xfrm>
        </p:grpSpPr>
        <p:pic>
          <p:nvPicPr>
            <p:cNvPr id="861" name="Google Shape;861;p38">
              <a:extLst>
                <a:ext uri="{FF2B5EF4-FFF2-40B4-BE49-F238E27FC236}">
                  <a16:creationId xmlns:a16="http://schemas.microsoft.com/office/drawing/2014/main" id="{11BF94A3-E034-EEDC-2BD0-344BF73B8B2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3852" t="18886" r="14190" b="15033"/>
            <a:stretch/>
          </p:blipFill>
          <p:spPr>
            <a:xfrm>
              <a:off x="5454150" y="1236940"/>
              <a:ext cx="2976748" cy="26696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2" name="Google Shape;862;p38">
              <a:extLst>
                <a:ext uri="{FF2B5EF4-FFF2-40B4-BE49-F238E27FC236}">
                  <a16:creationId xmlns:a16="http://schemas.microsoft.com/office/drawing/2014/main" id="{27DF171A-C4AA-99D5-EE9F-80BDCFEDB82C}"/>
                </a:ext>
              </a:extLst>
            </p:cNvPr>
            <p:cNvGrpSpPr/>
            <p:nvPr/>
          </p:nvGrpSpPr>
          <p:grpSpPr>
            <a:xfrm>
              <a:off x="5636955" y="2809468"/>
              <a:ext cx="1097090" cy="1097090"/>
              <a:chOff x="-423175" y="2918850"/>
              <a:chExt cx="822900" cy="822900"/>
            </a:xfrm>
          </p:grpSpPr>
          <p:sp>
            <p:nvSpPr>
              <p:cNvPr id="863" name="Google Shape;863;p38">
                <a:extLst>
                  <a:ext uri="{FF2B5EF4-FFF2-40B4-BE49-F238E27FC236}">
                    <a16:creationId xmlns:a16="http://schemas.microsoft.com/office/drawing/2014/main" id="{5884864A-CA13-AF38-EBAC-D1165EB2992C}"/>
                  </a:ext>
                </a:extLst>
              </p:cNvPr>
              <p:cNvSpPr/>
              <p:nvPr/>
            </p:nvSpPr>
            <p:spPr>
              <a:xfrm>
                <a:off x="-423175" y="2918850"/>
                <a:ext cx="822900" cy="822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4" name="Google Shape;864;p38">
                <a:extLst>
                  <a:ext uri="{FF2B5EF4-FFF2-40B4-BE49-F238E27FC236}">
                    <a16:creationId xmlns:a16="http://schemas.microsoft.com/office/drawing/2014/main" id="{2B476B4C-D522-DD67-2F29-300BC650B28F}"/>
                  </a:ext>
                </a:extLst>
              </p:cNvPr>
              <p:cNvSpPr/>
              <p:nvPr/>
            </p:nvSpPr>
            <p:spPr>
              <a:xfrm>
                <a:off x="-380725" y="2961300"/>
                <a:ext cx="738000" cy="738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5" name="Google Shape;865;p38">
                <a:extLst>
                  <a:ext uri="{FF2B5EF4-FFF2-40B4-BE49-F238E27FC236}">
                    <a16:creationId xmlns:a16="http://schemas.microsoft.com/office/drawing/2014/main" id="{8ECC75E6-B827-0D04-2D3A-2DCE3DCF2B96}"/>
                  </a:ext>
                </a:extLst>
              </p:cNvPr>
              <p:cNvSpPr/>
              <p:nvPr/>
            </p:nvSpPr>
            <p:spPr>
              <a:xfrm>
                <a:off x="-340975" y="3001050"/>
                <a:ext cx="658500" cy="6585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6" name="Google Shape;866;p38">
                <a:extLst>
                  <a:ext uri="{FF2B5EF4-FFF2-40B4-BE49-F238E27FC236}">
                    <a16:creationId xmlns:a16="http://schemas.microsoft.com/office/drawing/2014/main" id="{4184A0F4-13BA-7296-61B4-E2C4BA941355}"/>
                  </a:ext>
                </a:extLst>
              </p:cNvPr>
              <p:cNvSpPr/>
              <p:nvPr/>
            </p:nvSpPr>
            <p:spPr>
              <a:xfrm>
                <a:off x="-299725" y="3042300"/>
                <a:ext cx="576000" cy="576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7" name="Google Shape;867;p38">
                <a:extLst>
                  <a:ext uri="{FF2B5EF4-FFF2-40B4-BE49-F238E27FC236}">
                    <a16:creationId xmlns:a16="http://schemas.microsoft.com/office/drawing/2014/main" id="{99B3A298-5992-F94A-9B48-B13EF0D7824C}"/>
                  </a:ext>
                </a:extLst>
              </p:cNvPr>
              <p:cNvSpPr/>
              <p:nvPr/>
            </p:nvSpPr>
            <p:spPr>
              <a:xfrm>
                <a:off x="-258625" y="3083400"/>
                <a:ext cx="493800" cy="493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8" name="Google Shape;868;p38">
                <a:extLst>
                  <a:ext uri="{FF2B5EF4-FFF2-40B4-BE49-F238E27FC236}">
                    <a16:creationId xmlns:a16="http://schemas.microsoft.com/office/drawing/2014/main" id="{3FB8A939-7BDA-CDEB-7BFD-F7E59543C94A}"/>
                  </a:ext>
                </a:extLst>
              </p:cNvPr>
              <p:cNvSpPr/>
              <p:nvPr/>
            </p:nvSpPr>
            <p:spPr>
              <a:xfrm>
                <a:off x="-217525" y="3124500"/>
                <a:ext cx="411600" cy="411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9" name="Google Shape;869;p38">
                <a:extLst>
                  <a:ext uri="{FF2B5EF4-FFF2-40B4-BE49-F238E27FC236}">
                    <a16:creationId xmlns:a16="http://schemas.microsoft.com/office/drawing/2014/main" id="{DD8FD85F-709C-B358-1379-6A3E9793D686}"/>
                  </a:ext>
                </a:extLst>
              </p:cNvPr>
              <p:cNvSpPr/>
              <p:nvPr/>
            </p:nvSpPr>
            <p:spPr>
              <a:xfrm>
                <a:off x="-171775" y="3170250"/>
                <a:ext cx="320100" cy="3201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70" name="Google Shape;870;p38">
                <a:extLst>
                  <a:ext uri="{FF2B5EF4-FFF2-40B4-BE49-F238E27FC236}">
                    <a16:creationId xmlns:a16="http://schemas.microsoft.com/office/drawing/2014/main" id="{2E8C7D71-3007-F67F-362D-C0F8D4DBFAE0}"/>
                  </a:ext>
                </a:extLst>
              </p:cNvPr>
              <p:cNvSpPr/>
              <p:nvPr/>
            </p:nvSpPr>
            <p:spPr>
              <a:xfrm>
                <a:off x="-126025" y="3216000"/>
                <a:ext cx="228600" cy="228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71" name="Google Shape;871;p38">
              <a:extLst>
                <a:ext uri="{FF2B5EF4-FFF2-40B4-BE49-F238E27FC236}">
                  <a16:creationId xmlns:a16="http://schemas.microsoft.com/office/drawing/2014/main" id="{3602F98A-FB08-CA4D-4108-E4A098ECD70A}"/>
                </a:ext>
              </a:extLst>
            </p:cNvPr>
            <p:cNvSpPr/>
            <p:nvPr/>
          </p:nvSpPr>
          <p:spPr>
            <a:xfrm flipH="1">
              <a:off x="7728854" y="1531268"/>
              <a:ext cx="274200" cy="27420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3881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>
          <a:extLst>
            <a:ext uri="{FF2B5EF4-FFF2-40B4-BE49-F238E27FC236}">
              <a16:creationId xmlns:a16="http://schemas.microsoft.com/office/drawing/2014/main" id="{8F09E1F6-CA92-A484-DD44-54E26E75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0">
            <a:extLst>
              <a:ext uri="{FF2B5EF4-FFF2-40B4-BE49-F238E27FC236}">
                <a16:creationId xmlns:a16="http://schemas.microsoft.com/office/drawing/2014/main" id="{0837BCD5-01FA-D8D0-E1A8-B99B4FED9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Evaluation Metrics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E44747-73CE-215B-00F8-667B043E8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397040"/>
              </p:ext>
            </p:extLst>
          </p:nvPr>
        </p:nvGraphicFramePr>
        <p:xfrm>
          <a:off x="593541" y="1147859"/>
          <a:ext cx="3483159" cy="19839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61053">
                  <a:extLst>
                    <a:ext uri="{9D8B030D-6E8A-4147-A177-3AD203B41FA5}">
                      <a16:colId xmlns:a16="http://schemas.microsoft.com/office/drawing/2014/main" val="3792022809"/>
                    </a:ext>
                  </a:extLst>
                </a:gridCol>
                <a:gridCol w="1161053">
                  <a:extLst>
                    <a:ext uri="{9D8B030D-6E8A-4147-A177-3AD203B41FA5}">
                      <a16:colId xmlns:a16="http://schemas.microsoft.com/office/drawing/2014/main" val="1064718345"/>
                    </a:ext>
                  </a:extLst>
                </a:gridCol>
                <a:gridCol w="1161053">
                  <a:extLst>
                    <a:ext uri="{9D8B030D-6E8A-4147-A177-3AD203B41FA5}">
                      <a16:colId xmlns:a16="http://schemas.microsoft.com/office/drawing/2014/main" val="2263636168"/>
                    </a:ext>
                  </a:extLst>
                </a:gridCol>
              </a:tblGrid>
              <a:tr h="661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Test Set</a:t>
                      </a:r>
                      <a:br>
                        <a:rPr lang="en-US" b="1" dirty="0">
                          <a:latin typeface="DM Sans Medium" pitchFamily="2" charset="0"/>
                        </a:rPr>
                      </a:br>
                      <a:r>
                        <a:rPr lang="en-US" b="1" dirty="0">
                          <a:latin typeface="DM Sans Medium" pitchFamily="2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Labelled 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Labelled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27174"/>
                  </a:ext>
                </a:extLst>
              </a:tr>
              <a:tr h="661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DM Sans Medium" pitchFamily="2" charset="0"/>
                        </a:rPr>
                        <a:t>True Ham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8557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137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25394"/>
                  </a:ext>
                </a:extLst>
              </a:tr>
              <a:tr h="661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DM Sans Medium" pitchFamily="2" charset="0"/>
                        </a:rPr>
                        <a:t>True Spam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7762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2768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7D9159-043A-3035-4050-3443312F0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731860"/>
              </p:ext>
            </p:extLst>
          </p:nvPr>
        </p:nvGraphicFramePr>
        <p:xfrm>
          <a:off x="4940841" y="1147859"/>
          <a:ext cx="3483159" cy="19839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61053">
                  <a:extLst>
                    <a:ext uri="{9D8B030D-6E8A-4147-A177-3AD203B41FA5}">
                      <a16:colId xmlns:a16="http://schemas.microsoft.com/office/drawing/2014/main" val="3792022809"/>
                    </a:ext>
                  </a:extLst>
                </a:gridCol>
                <a:gridCol w="1161053">
                  <a:extLst>
                    <a:ext uri="{9D8B030D-6E8A-4147-A177-3AD203B41FA5}">
                      <a16:colId xmlns:a16="http://schemas.microsoft.com/office/drawing/2014/main" val="1064718345"/>
                    </a:ext>
                  </a:extLst>
                </a:gridCol>
                <a:gridCol w="1161053">
                  <a:extLst>
                    <a:ext uri="{9D8B030D-6E8A-4147-A177-3AD203B41FA5}">
                      <a16:colId xmlns:a16="http://schemas.microsoft.com/office/drawing/2014/main" val="2263636168"/>
                    </a:ext>
                  </a:extLst>
                </a:gridCol>
              </a:tblGrid>
              <a:tr h="661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Train Set</a:t>
                      </a:r>
                      <a:br>
                        <a:rPr lang="en-US" b="1" dirty="0">
                          <a:latin typeface="DM Sans Medium" pitchFamily="2" charset="0"/>
                        </a:rPr>
                      </a:br>
                      <a:r>
                        <a:rPr lang="en-US" b="1" dirty="0">
                          <a:latin typeface="DM Sans Medium" pitchFamily="2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Labelled 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Labelled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827174"/>
                  </a:ext>
                </a:extLst>
              </a:tr>
              <a:tr h="661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DM Sans Medium" pitchFamily="2" charset="0"/>
                        </a:rPr>
                        <a:t>True Ham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34708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338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25394"/>
                  </a:ext>
                </a:extLst>
              </a:tr>
              <a:tr h="661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DM Sans Medium" pitchFamily="2" charset="0"/>
                        </a:rPr>
                        <a:t>True Spam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M Sans Medium" pitchFamily="2" charset="0"/>
                        </a:rPr>
                        <a:t>31301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276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CD3DCF-5929-264B-1119-A12E9C612CD7}"/>
              </a:ext>
            </a:extLst>
          </p:cNvPr>
          <p:cNvSpPr txBox="1"/>
          <p:nvPr/>
        </p:nvSpPr>
        <p:spPr>
          <a:xfrm>
            <a:off x="1418843" y="3261953"/>
            <a:ext cx="18325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Accuracy   : 0.9778</a:t>
            </a:r>
          </a:p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Precision    : 0.9842</a:t>
            </a:r>
          </a:p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Recall          : 0.9734</a:t>
            </a:r>
          </a:p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F1 Score      : 0.9788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7F33D-255E-262B-68DD-8C8F54ADC896}"/>
              </a:ext>
            </a:extLst>
          </p:cNvPr>
          <p:cNvSpPr txBox="1"/>
          <p:nvPr/>
        </p:nvSpPr>
        <p:spPr>
          <a:xfrm>
            <a:off x="5752517" y="3261953"/>
            <a:ext cx="18598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Accuracy   : 0.9888</a:t>
            </a:r>
          </a:p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Precision    : 0.9904</a:t>
            </a:r>
          </a:p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Recall          : 0.9883</a:t>
            </a:r>
          </a:p>
          <a:p>
            <a:r>
              <a:rPr lang="en-US" dirty="0">
                <a:solidFill>
                  <a:schemeClr val="tx1"/>
                </a:solidFill>
                <a:latin typeface="DM Sans Medium" pitchFamily="2" charset="0"/>
              </a:rPr>
              <a:t>F1 Score      : 0.9893</a:t>
            </a:r>
          </a:p>
        </p:txBody>
      </p:sp>
    </p:spTree>
    <p:extLst>
      <p:ext uri="{BB962C8B-B14F-4D97-AF65-F5344CB8AC3E}">
        <p14:creationId xmlns:p14="http://schemas.microsoft.com/office/powerpoint/2010/main" val="3630582786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On-screen Show (16:9)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Roboto</vt:lpstr>
      <vt:lpstr>Cambria Math</vt:lpstr>
      <vt:lpstr>Anaheim</vt:lpstr>
      <vt:lpstr>DM Sans Medium</vt:lpstr>
      <vt:lpstr>Open Sans</vt:lpstr>
      <vt:lpstr>Arial</vt:lpstr>
      <vt:lpstr>Bebas Neue</vt:lpstr>
      <vt:lpstr>Business Project Presentation by Slidesgo</vt:lpstr>
      <vt:lpstr>Naïve Bayes Email Classification</vt:lpstr>
      <vt:lpstr>Table of contents</vt:lpstr>
      <vt:lpstr>Dataset Review</vt:lpstr>
      <vt:lpstr>Dataset Review</vt:lpstr>
      <vt:lpstr>Training Pipeline</vt:lpstr>
      <vt:lpstr>Training Pipeline</vt:lpstr>
      <vt:lpstr>Training Pipeline</vt:lpstr>
      <vt:lpstr>Standard Naïve Bayes</vt:lpstr>
      <vt:lpstr>Standard Naïve Bayes</vt:lpstr>
      <vt:lpstr>TF-IDF Aware Bayes</vt:lpstr>
      <vt:lpstr>Why TF-IDF?</vt:lpstr>
      <vt:lpstr>How we use TF-IDF Scores?</vt:lpstr>
      <vt:lpstr>Evaluation Metrics</vt:lpstr>
      <vt:lpstr>Evaluation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Lalit Maurya</cp:lastModifiedBy>
  <cp:revision>2</cp:revision>
  <dcterms:modified xsi:type="dcterms:W3CDTF">2026-04-13T09:13:14Z</dcterms:modified>
</cp:coreProperties>
</file>